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59" r:id="rId4"/>
    <p:sldId id="261" r:id="rId5"/>
    <p:sldId id="260" r:id="rId6"/>
    <p:sldId id="29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C6B1E4-3334-4651-9ED5-5937C3FA3A53}" v="7" dt="2026-09-23T09:56:16.5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2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211" y="3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Yadav" userId="2c096097e6c8149a" providerId="LiveId" clId="{7C588E5B-3E21-41D2-B6FA-FFF6E8511E88}"/>
    <pc:docChg chg="undo custSel addSld modSld sldOrd">
      <pc:chgData name="Aditya Yadav" userId="2c096097e6c8149a" providerId="LiveId" clId="{7C588E5B-3E21-41D2-B6FA-FFF6E8511E88}" dt="2026-09-21T17:55:54.069" v="242" actId="1076"/>
      <pc:docMkLst>
        <pc:docMk/>
      </pc:docMkLst>
      <pc:sldChg chg="addSp delSp modSp mod">
        <pc:chgData name="Aditya Yadav" userId="2c096097e6c8149a" providerId="LiveId" clId="{7C588E5B-3E21-41D2-B6FA-FFF6E8511E88}" dt="2026-09-21T17:55:54.069" v="242" actId="1076"/>
        <pc:sldMkLst>
          <pc:docMk/>
          <pc:sldMk cId="0" sldId="256"/>
        </pc:sldMkLst>
        <pc:spChg chg="add mod">
          <ac:chgData name="Aditya Yadav" userId="2c096097e6c8149a" providerId="LiveId" clId="{7C588E5B-3E21-41D2-B6FA-FFF6E8511E88}" dt="2026-09-21T07:59:19.131" v="184"/>
          <ac:spMkLst>
            <pc:docMk/>
            <pc:sldMk cId="0" sldId="256"/>
            <ac:spMk id="4" creationId="{5D2C9D37-2E7C-052E-DF61-18485B8A6AE3}"/>
          </ac:spMkLst>
        </pc:spChg>
        <pc:spChg chg="mod">
          <ac:chgData name="Aditya Yadav" userId="2c096097e6c8149a" providerId="LiveId" clId="{7C588E5B-3E21-41D2-B6FA-FFF6E8511E88}" dt="2026-09-21T07:46:47.879" v="121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Aditya Yadav" userId="2c096097e6c8149a" providerId="LiveId" clId="{7C588E5B-3E21-41D2-B6FA-FFF6E8511E88}" dt="2026-09-21T17:55:54.069" v="242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ditya Yadav" userId="2c096097e6c8149a" providerId="LiveId" clId="{7C588E5B-3E21-41D2-B6FA-FFF6E8511E88}" dt="2026-09-21T17:55:54.069" v="242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ditya Yadav" userId="2c096097e6c8149a" providerId="LiveId" clId="{7C588E5B-3E21-41D2-B6FA-FFF6E8511E88}" dt="2026-09-21T17:55:54.069" v="242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ditya Yadav" userId="2c096097e6c8149a" providerId="LiveId" clId="{7C588E5B-3E21-41D2-B6FA-FFF6E8511E88}" dt="2026-09-21T17:55:54.069" v="242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ditya Yadav" userId="2c096097e6c8149a" providerId="LiveId" clId="{7C588E5B-3E21-41D2-B6FA-FFF6E8511E88}" dt="2026-09-21T17:55:54.069" v="242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ditya Yadav" userId="2c096097e6c8149a" providerId="LiveId" clId="{7C588E5B-3E21-41D2-B6FA-FFF6E8511E88}" dt="2026-09-21T17:55:54.069" v="242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ditya Yadav" userId="2c096097e6c8149a" providerId="LiveId" clId="{7C588E5B-3E21-41D2-B6FA-FFF6E8511E88}" dt="2026-09-21T17:55:54.069" v="242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ditya Yadav" userId="2c096097e6c8149a" providerId="LiveId" clId="{7C588E5B-3E21-41D2-B6FA-FFF6E8511E88}" dt="2026-09-21T17:55:54.069" v="242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ditya Yadav" userId="2c096097e6c8149a" providerId="LiveId" clId="{7C588E5B-3E21-41D2-B6FA-FFF6E8511E88}" dt="2026-09-21T07:47:09.112" v="123" actId="1410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ditya Yadav" userId="2c096097e6c8149a" providerId="LiveId" clId="{7C588E5B-3E21-41D2-B6FA-FFF6E8511E88}" dt="2026-09-21T07:48:00.944" v="125" actId="1410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ditya Yadav" userId="2c096097e6c8149a" providerId="LiveId" clId="{7C588E5B-3E21-41D2-B6FA-FFF6E8511E88}" dt="2026-09-21T17:55:54.069" v="242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Aditya Yadav" userId="2c096097e6c8149a" providerId="LiveId" clId="{7C588E5B-3E21-41D2-B6FA-FFF6E8511E88}" dt="2026-09-21T07:46:59.496" v="122" actId="255"/>
          <ac:spMkLst>
            <pc:docMk/>
            <pc:sldMk cId="0" sldId="256"/>
            <ac:spMk id="19" creationId="{00000000-0000-0000-0000-000000000000}"/>
          </ac:spMkLst>
        </pc:spChg>
        <pc:spChg chg="add mod">
          <ac:chgData name="Aditya Yadav" userId="2c096097e6c8149a" providerId="LiveId" clId="{7C588E5B-3E21-41D2-B6FA-FFF6E8511E88}" dt="2026-09-21T07:59:31.798" v="187" actId="20577"/>
          <ac:spMkLst>
            <pc:docMk/>
            <pc:sldMk cId="0" sldId="256"/>
            <ac:spMk id="20" creationId="{4A579437-0972-9195-D2FF-9B024C00C409}"/>
          </ac:spMkLst>
        </pc:spChg>
        <pc:spChg chg="add mod">
          <ac:chgData name="Aditya Yadav" userId="2c096097e6c8149a" providerId="LiveId" clId="{7C588E5B-3E21-41D2-B6FA-FFF6E8511E88}" dt="2026-09-21T07:45:18.889" v="115" actId="1076"/>
          <ac:spMkLst>
            <pc:docMk/>
            <pc:sldMk cId="0" sldId="256"/>
            <ac:spMk id="21" creationId="{C6D98B1F-C1BB-D56A-F2A1-B381A8C2198F}"/>
          </ac:spMkLst>
        </pc:spChg>
        <pc:spChg chg="add mod">
          <ac:chgData name="Aditya Yadav" userId="2c096097e6c8149a" providerId="LiveId" clId="{7C588E5B-3E21-41D2-B6FA-FFF6E8511E88}" dt="2026-09-21T07:46:18.952" v="120" actId="1076"/>
          <ac:spMkLst>
            <pc:docMk/>
            <pc:sldMk cId="0" sldId="256"/>
            <ac:spMk id="22" creationId="{2F49E9DC-C243-AA06-6B2E-382994046D08}"/>
          </ac:spMkLst>
        </pc:spChg>
        <pc:spChg chg="mod">
          <ac:chgData name="Aditya Yadav" userId="2c096097e6c8149a" providerId="LiveId" clId="{7C588E5B-3E21-41D2-B6FA-FFF6E8511E88}" dt="2026-09-21T07:48:57.792" v="128" actId="255"/>
          <ac:spMkLst>
            <pc:docMk/>
            <pc:sldMk cId="0" sldId="256"/>
            <ac:spMk id="42" creationId="{46BFBE58-0C12-3491-290C-1D1F2973428F}"/>
          </ac:spMkLst>
        </pc:spChg>
        <pc:spChg chg="mod">
          <ac:chgData name="Aditya Yadav" userId="2c096097e6c8149a" providerId="LiveId" clId="{7C588E5B-3E21-41D2-B6FA-FFF6E8511E88}" dt="2026-09-21T07:49:04.701" v="129" actId="255"/>
          <ac:spMkLst>
            <pc:docMk/>
            <pc:sldMk cId="0" sldId="256"/>
            <ac:spMk id="44" creationId="{4577551C-AE84-4C5A-CDF7-05D58B943BB3}"/>
          </ac:spMkLst>
        </pc:spChg>
        <pc:spChg chg="mod">
          <ac:chgData name="Aditya Yadav" userId="2c096097e6c8149a" providerId="LiveId" clId="{7C588E5B-3E21-41D2-B6FA-FFF6E8511E88}" dt="2026-09-21T07:50:29.960" v="137" actId="1076"/>
          <ac:spMkLst>
            <pc:docMk/>
            <pc:sldMk cId="0" sldId="256"/>
            <ac:spMk id="45" creationId="{E3D24DB0-83F9-161B-7B04-980CAFB7A077}"/>
          </ac:spMkLst>
        </pc:spChg>
        <pc:spChg chg="mod">
          <ac:chgData name="Aditya Yadav" userId="2c096097e6c8149a" providerId="LiveId" clId="{7C588E5B-3E21-41D2-B6FA-FFF6E8511E88}" dt="2026-09-21T07:51:05.128" v="142" actId="1076"/>
          <ac:spMkLst>
            <pc:docMk/>
            <pc:sldMk cId="0" sldId="256"/>
            <ac:spMk id="48" creationId="{0B11D78A-EDC4-A911-9471-3206D21514E8}"/>
          </ac:spMkLst>
        </pc:spChg>
        <pc:spChg chg="mod">
          <ac:chgData name="Aditya Yadav" userId="2c096097e6c8149a" providerId="LiveId" clId="{7C588E5B-3E21-41D2-B6FA-FFF6E8511E88}" dt="2026-09-21T07:49:55.802" v="133" actId="255"/>
          <ac:spMkLst>
            <pc:docMk/>
            <pc:sldMk cId="0" sldId="256"/>
            <ac:spMk id="49" creationId="{9A909872-AF8F-E2CE-46E2-DCEBAC7F63EA}"/>
          </ac:spMkLst>
        </pc:spChg>
        <pc:spChg chg="mod">
          <ac:chgData name="Aditya Yadav" userId="2c096097e6c8149a" providerId="LiveId" clId="{7C588E5B-3E21-41D2-B6FA-FFF6E8511E88}" dt="2026-09-21T07:50:39.783" v="138" actId="1076"/>
          <ac:spMkLst>
            <pc:docMk/>
            <pc:sldMk cId="0" sldId="256"/>
            <ac:spMk id="51" creationId="{47EE4891-AAFF-75C2-8545-08F8A01ECF50}"/>
          </ac:spMkLst>
        </pc:spChg>
        <pc:spChg chg="mod">
          <ac:chgData name="Aditya Yadav" userId="2c096097e6c8149a" providerId="LiveId" clId="{7C588E5B-3E21-41D2-B6FA-FFF6E8511E88}" dt="2026-09-21T07:51:12.095" v="143" actId="1076"/>
          <ac:spMkLst>
            <pc:docMk/>
            <pc:sldMk cId="0" sldId="256"/>
            <ac:spMk id="54" creationId="{DFEDB138-991F-51BB-32BF-AF5E03415C6E}"/>
          </ac:spMkLst>
        </pc:spChg>
        <pc:spChg chg="mod">
          <ac:chgData name="Aditya Yadav" userId="2c096097e6c8149a" providerId="LiveId" clId="{7C588E5B-3E21-41D2-B6FA-FFF6E8511E88}" dt="2026-09-21T07:50:58.704" v="141" actId="14100"/>
          <ac:spMkLst>
            <pc:docMk/>
            <pc:sldMk cId="0" sldId="256"/>
            <ac:spMk id="55" creationId="{16B17EFE-B4FF-EEAB-EB4B-65E9647D301D}"/>
          </ac:spMkLst>
        </pc:spChg>
        <pc:spChg chg="mod">
          <ac:chgData name="Aditya Yadav" userId="2c096097e6c8149a" providerId="LiveId" clId="{7C588E5B-3E21-41D2-B6FA-FFF6E8511E88}" dt="2026-09-21T07:50:45.264" v="139" actId="1076"/>
          <ac:spMkLst>
            <pc:docMk/>
            <pc:sldMk cId="0" sldId="256"/>
            <ac:spMk id="57" creationId="{820E7DC6-7582-FC44-198C-DC5F357303FE}"/>
          </ac:spMkLst>
        </pc:spChg>
        <pc:spChg chg="mod">
          <ac:chgData name="Aditya Yadav" userId="2c096097e6c8149a" providerId="LiveId" clId="{7C588E5B-3E21-41D2-B6FA-FFF6E8511E88}" dt="2026-09-21T07:51:17.423" v="144" actId="1076"/>
          <ac:spMkLst>
            <pc:docMk/>
            <pc:sldMk cId="0" sldId="256"/>
            <ac:spMk id="60" creationId="{8FF2EAA0-6468-9B53-36C7-89597B92FBD7}"/>
          </ac:spMkLst>
        </pc:spChg>
        <pc:spChg chg="mod">
          <ac:chgData name="Aditya Yadav" userId="2c096097e6c8149a" providerId="LiveId" clId="{7C588E5B-3E21-41D2-B6FA-FFF6E8511E88}" dt="2026-09-21T07:51:24.882" v="146" actId="14100"/>
          <ac:spMkLst>
            <pc:docMk/>
            <pc:sldMk cId="0" sldId="256"/>
            <ac:spMk id="61" creationId="{A1449098-FEA9-54DE-929F-26A7C9A4C253}"/>
          </ac:spMkLst>
        </pc:spChg>
        <pc:spChg chg="mod">
          <ac:chgData name="Aditya Yadav" userId="2c096097e6c8149a" providerId="LiveId" clId="{7C588E5B-3E21-41D2-B6FA-FFF6E8511E88}" dt="2026-09-21T07:50:53.514" v="140" actId="1076"/>
          <ac:spMkLst>
            <pc:docMk/>
            <pc:sldMk cId="0" sldId="256"/>
            <ac:spMk id="63" creationId="{54963285-355E-C9D8-C719-3DE2C6446BE1}"/>
          </ac:spMkLst>
        </pc:spChg>
        <pc:spChg chg="mod">
          <ac:chgData name="Aditya Yadav" userId="2c096097e6c8149a" providerId="LiveId" clId="{7C588E5B-3E21-41D2-B6FA-FFF6E8511E88}" dt="2026-09-21T07:51:37.796" v="147" actId="1076"/>
          <ac:spMkLst>
            <pc:docMk/>
            <pc:sldMk cId="0" sldId="256"/>
            <ac:spMk id="66" creationId="{1CD8D281-7272-55BD-4296-D442F6F33D7B}"/>
          </ac:spMkLst>
        </pc:spChg>
        <pc:spChg chg="mod">
          <ac:chgData name="Aditya Yadav" userId="2c096097e6c8149a" providerId="LiveId" clId="{7C588E5B-3E21-41D2-B6FA-FFF6E8511E88}" dt="2026-09-21T07:51:44.107" v="149" actId="14100"/>
          <ac:spMkLst>
            <pc:docMk/>
            <pc:sldMk cId="0" sldId="256"/>
            <ac:spMk id="67" creationId="{9AC6099F-76C4-D5F7-A6CB-147ACAB5716F}"/>
          </ac:spMkLst>
        </pc:spChg>
        <pc:spChg chg="mod">
          <ac:chgData name="Aditya Yadav" userId="2c096097e6c8149a" providerId="LiveId" clId="{7C588E5B-3E21-41D2-B6FA-FFF6E8511E88}" dt="2026-09-21T07:50:16.034" v="136" actId="1076"/>
          <ac:spMkLst>
            <pc:docMk/>
            <pc:sldMk cId="0" sldId="256"/>
            <ac:spMk id="69" creationId="{7CB30B9D-C59D-F1F4-EBE4-78E1DC8923F0}"/>
          </ac:spMkLst>
        </pc:spChg>
        <pc:spChg chg="mod">
          <ac:chgData name="Aditya Yadav" userId="2c096097e6c8149a" providerId="LiveId" clId="{7C588E5B-3E21-41D2-B6FA-FFF6E8511E88}" dt="2026-09-21T07:51:49.817" v="150" actId="1076"/>
          <ac:spMkLst>
            <pc:docMk/>
            <pc:sldMk cId="0" sldId="256"/>
            <ac:spMk id="72" creationId="{037A9F06-7447-6474-AC8B-0E717F8CE081}"/>
          </ac:spMkLst>
        </pc:spChg>
        <pc:spChg chg="mod">
          <ac:chgData name="Aditya Yadav" userId="2c096097e6c8149a" providerId="LiveId" clId="{7C588E5B-3E21-41D2-B6FA-FFF6E8511E88}" dt="2026-09-21T07:49:55.802" v="133" actId="255"/>
          <ac:spMkLst>
            <pc:docMk/>
            <pc:sldMk cId="0" sldId="256"/>
            <ac:spMk id="73" creationId="{D34FE2B6-658B-E4AC-7EE5-4E969211537E}"/>
          </ac:spMkLst>
        </pc:spChg>
        <pc:spChg chg="mod">
          <ac:chgData name="Aditya Yadav" userId="2c096097e6c8149a" providerId="LiveId" clId="{7C588E5B-3E21-41D2-B6FA-FFF6E8511E88}" dt="2026-09-21T07:50:16.034" v="136" actId="1076"/>
          <ac:spMkLst>
            <pc:docMk/>
            <pc:sldMk cId="0" sldId="256"/>
            <ac:spMk id="75" creationId="{E006B321-4ABA-4493-BF76-E250E9696AEF}"/>
          </ac:spMkLst>
        </pc:spChg>
        <pc:spChg chg="mod">
          <ac:chgData name="Aditya Yadav" userId="2c096097e6c8149a" providerId="LiveId" clId="{7C588E5B-3E21-41D2-B6FA-FFF6E8511E88}" dt="2026-09-21T07:51:56.467" v="151" actId="1076"/>
          <ac:spMkLst>
            <pc:docMk/>
            <pc:sldMk cId="0" sldId="256"/>
            <ac:spMk id="78" creationId="{8820637C-A9AA-3BC5-2450-0DA004E57BCB}"/>
          </ac:spMkLst>
        </pc:spChg>
        <pc:spChg chg="mod">
          <ac:chgData name="Aditya Yadav" userId="2c096097e6c8149a" providerId="LiveId" clId="{7C588E5B-3E21-41D2-B6FA-FFF6E8511E88}" dt="2026-09-21T07:49:55.802" v="133" actId="255"/>
          <ac:spMkLst>
            <pc:docMk/>
            <pc:sldMk cId="0" sldId="256"/>
            <ac:spMk id="79" creationId="{CB581C99-2C73-EBA6-BC3B-EDF097DC0DF5}"/>
          </ac:spMkLst>
        </pc:spChg>
        <pc:spChg chg="mod">
          <ac:chgData name="Aditya Yadav" userId="2c096097e6c8149a" providerId="LiveId" clId="{7C588E5B-3E21-41D2-B6FA-FFF6E8511E88}" dt="2026-09-21T07:56:43.921" v="166" actId="1076"/>
          <ac:spMkLst>
            <pc:docMk/>
            <pc:sldMk cId="0" sldId="256"/>
            <ac:spMk id="81" creationId="{9C133D10-2505-8230-8A68-B504C48D2EB5}"/>
          </ac:spMkLst>
        </pc:spChg>
        <pc:spChg chg="mod">
          <ac:chgData name="Aditya Yadav" userId="2c096097e6c8149a" providerId="LiveId" clId="{7C588E5B-3E21-41D2-B6FA-FFF6E8511E88}" dt="2026-09-21T07:56:54.836" v="167" actId="255"/>
          <ac:spMkLst>
            <pc:docMk/>
            <pc:sldMk cId="0" sldId="256"/>
            <ac:spMk id="83" creationId="{97026CD3-0DCC-F1A1-066C-554FDF598B09}"/>
          </ac:spMkLst>
        </pc:spChg>
        <pc:spChg chg="mod">
          <ac:chgData name="Aditya Yadav" userId="2c096097e6c8149a" providerId="LiveId" clId="{7C588E5B-3E21-41D2-B6FA-FFF6E8511E88}" dt="2026-09-21T07:56:54.836" v="167" actId="255"/>
          <ac:spMkLst>
            <pc:docMk/>
            <pc:sldMk cId="0" sldId="256"/>
            <ac:spMk id="86" creationId="{E4DDBDC3-BB44-EA7F-4ACA-FB6F925ED908}"/>
          </ac:spMkLst>
        </pc:spChg>
        <pc:spChg chg="mod">
          <ac:chgData name="Aditya Yadav" userId="2c096097e6c8149a" providerId="LiveId" clId="{7C588E5B-3E21-41D2-B6FA-FFF6E8511E88}" dt="2026-09-21T07:57:24.144" v="170" actId="14100"/>
          <ac:spMkLst>
            <pc:docMk/>
            <pc:sldMk cId="0" sldId="256"/>
            <ac:spMk id="87" creationId="{84C59BE0-4A0D-78DD-9D61-B81EE55B3060}"/>
          </ac:spMkLst>
        </pc:spChg>
        <pc:spChg chg="mod">
          <ac:chgData name="Aditya Yadav" userId="2c096097e6c8149a" providerId="LiveId" clId="{7C588E5B-3E21-41D2-B6FA-FFF6E8511E88}" dt="2026-09-21T08:10:42.892" v="240" actId="1035"/>
          <ac:spMkLst>
            <pc:docMk/>
            <pc:sldMk cId="0" sldId="256"/>
            <ac:spMk id="89" creationId="{F3E451CE-F359-85F9-74AA-2F957EC4A4F1}"/>
          </ac:spMkLst>
        </pc:spChg>
        <pc:spChg chg="mod">
          <ac:chgData name="Aditya Yadav" userId="2c096097e6c8149a" providerId="LiveId" clId="{7C588E5B-3E21-41D2-B6FA-FFF6E8511E88}" dt="2026-09-21T07:56:54.836" v="167" actId="255"/>
          <ac:spMkLst>
            <pc:docMk/>
            <pc:sldMk cId="0" sldId="256"/>
            <ac:spMk id="90" creationId="{132B38FB-4507-E713-C876-17DFB6BDAA7A}"/>
          </ac:spMkLst>
        </pc:spChg>
        <pc:spChg chg="mod">
          <ac:chgData name="Aditya Yadav" userId="2c096097e6c8149a" providerId="LiveId" clId="{7C588E5B-3E21-41D2-B6FA-FFF6E8511E88}" dt="2026-09-21T07:57:24.144" v="170" actId="14100"/>
          <ac:spMkLst>
            <pc:docMk/>
            <pc:sldMk cId="0" sldId="256"/>
            <ac:spMk id="91" creationId="{12FE89FC-0878-B9C3-2E37-2F6D5D45BD64}"/>
          </ac:spMkLst>
        </pc:spChg>
        <pc:spChg chg="mod">
          <ac:chgData name="Aditya Yadav" userId="2c096097e6c8149a" providerId="LiveId" clId="{7C588E5B-3E21-41D2-B6FA-FFF6E8511E88}" dt="2026-09-21T07:57:24.144" v="170" actId="14100"/>
          <ac:spMkLst>
            <pc:docMk/>
            <pc:sldMk cId="0" sldId="256"/>
            <ac:spMk id="92" creationId="{A736778E-12FA-E30D-6FCB-22B068DC9E2C}"/>
          </ac:spMkLst>
        </pc:spChg>
        <pc:spChg chg="mod">
          <ac:chgData name="Aditya Yadav" userId="2c096097e6c8149a" providerId="LiveId" clId="{7C588E5B-3E21-41D2-B6FA-FFF6E8511E88}" dt="2026-09-21T07:57:44.129" v="173" actId="1076"/>
          <ac:spMkLst>
            <pc:docMk/>
            <pc:sldMk cId="0" sldId="256"/>
            <ac:spMk id="93" creationId="{68322F60-E5C5-6351-2028-59FD11574D2B}"/>
          </ac:spMkLst>
        </pc:spChg>
        <pc:spChg chg="mod">
          <ac:chgData name="Aditya Yadav" userId="2c096097e6c8149a" providerId="LiveId" clId="{7C588E5B-3E21-41D2-B6FA-FFF6E8511E88}" dt="2026-09-21T07:57:53.227" v="174" actId="1076"/>
          <ac:spMkLst>
            <pc:docMk/>
            <pc:sldMk cId="0" sldId="256"/>
            <ac:spMk id="95" creationId="{8507366F-B4B0-0498-F443-DEF73A464C7E}"/>
          </ac:spMkLst>
        </pc:spChg>
        <pc:spChg chg="mod">
          <ac:chgData name="Aditya Yadav" userId="2c096097e6c8149a" providerId="LiveId" clId="{7C588E5B-3E21-41D2-B6FA-FFF6E8511E88}" dt="2026-09-21T07:58:34.923" v="176" actId="255"/>
          <ac:spMkLst>
            <pc:docMk/>
            <pc:sldMk cId="0" sldId="256"/>
            <ac:spMk id="96" creationId="{A8EC14E3-DFF0-00FD-EE2D-9CE18CBCB058}"/>
          </ac:spMkLst>
        </pc:spChg>
        <pc:spChg chg="mod">
          <ac:chgData name="Aditya Yadav" userId="2c096097e6c8149a" providerId="LiveId" clId="{7C588E5B-3E21-41D2-B6FA-FFF6E8511E88}" dt="2026-09-21T07:58:28.766" v="175" actId="255"/>
          <ac:spMkLst>
            <pc:docMk/>
            <pc:sldMk cId="0" sldId="256"/>
            <ac:spMk id="99" creationId="{67AE3C35-C636-3983-BA83-A128FF692C3F}"/>
          </ac:spMkLst>
        </pc:spChg>
        <pc:spChg chg="mod">
          <ac:chgData name="Aditya Yadav" userId="2c096097e6c8149a" providerId="LiveId" clId="{7C588E5B-3E21-41D2-B6FA-FFF6E8511E88}" dt="2026-09-21T07:49:30.689" v="131" actId="1076"/>
          <ac:spMkLst>
            <pc:docMk/>
            <pc:sldMk cId="0" sldId="256"/>
            <ac:spMk id="145" creationId="{111DECCF-8B41-C8A1-E751-312A9367FF94}"/>
          </ac:spMkLst>
        </pc:spChg>
      </pc:sldChg>
      <pc:sldChg chg="addSp delSp modSp mod">
        <pc:chgData name="Aditya Yadav" userId="2c096097e6c8149a" providerId="LiveId" clId="{7C588E5B-3E21-41D2-B6FA-FFF6E8511E88}" dt="2026-09-21T07:45:52.423" v="116" actId="1076"/>
        <pc:sldMkLst>
          <pc:docMk/>
          <pc:sldMk cId="0" sldId="257"/>
        </pc:sldMkLst>
        <pc:spChg chg="mod">
          <ac:chgData name="Aditya Yadav" userId="2c096097e6c8149a" providerId="LiveId" clId="{7C588E5B-3E21-41D2-B6FA-FFF6E8511E88}" dt="2026-09-21T06:36:29.251" v="108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3:21.432" v="12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30:14.076" v="65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8:35.900" v="56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30:14.076" v="65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8:12.184" v="53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30:12.917" v="64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56.376" v="51" actId="25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30:14.076" v="65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30:14.076" v="65" actId="1076"/>
          <ac:spMkLst>
            <pc:docMk/>
            <pc:sldMk cId="0" sldId="257"/>
            <ac:spMk id="18" creationId="{00000000-0000-0000-0000-000000000000}"/>
          </ac:spMkLst>
        </pc:spChg>
        <pc:spChg chg="add mod">
          <ac:chgData name="Aditya Yadav" userId="2c096097e6c8149a" providerId="LiveId" clId="{7C588E5B-3E21-41D2-B6FA-FFF6E8511E88}" dt="2026-09-21T06:36:11.090" v="106" actId="1076"/>
          <ac:spMkLst>
            <pc:docMk/>
            <pc:sldMk cId="0" sldId="257"/>
            <ac:spMk id="19" creationId="{939E884E-8BC0-1388-8CB9-3F6B424600C6}"/>
          </ac:spMkLst>
        </pc:spChg>
        <pc:spChg chg="mod">
          <ac:chgData name="Aditya Yadav" userId="2c096097e6c8149a" providerId="LiveId" clId="{7C588E5B-3E21-41D2-B6FA-FFF6E8511E88}" dt="2026-09-21T06:27:56.376" v="51" actId="25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30:12.917" v="64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42.583" v="50" actId="25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28.187" v="49" actId="25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42.583" v="50" actId="25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42.583" v="50" actId="255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42.583" v="50" actId="255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42.583" v="50" actId="255"/>
          <ac:spMkLst>
            <pc:docMk/>
            <pc:sldMk cId="0" sldId="257"/>
            <ac:spMk id="29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42.583" v="50" actId="255"/>
          <ac:spMkLst>
            <pc:docMk/>
            <pc:sldMk cId="0" sldId="257"/>
            <ac:spMk id="30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42.583" v="50" actId="255"/>
          <ac:spMkLst>
            <pc:docMk/>
            <pc:sldMk cId="0" sldId="257"/>
            <ac:spMk id="31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42.583" v="50" actId="255"/>
          <ac:spMkLst>
            <pc:docMk/>
            <pc:sldMk cId="0" sldId="257"/>
            <ac:spMk id="32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28.187" v="49" actId="255"/>
          <ac:spMkLst>
            <pc:docMk/>
            <pc:sldMk cId="0" sldId="257"/>
            <ac:spMk id="33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28.187" v="49" actId="255"/>
          <ac:spMkLst>
            <pc:docMk/>
            <pc:sldMk cId="0" sldId="257"/>
            <ac:spMk id="34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7:42.583" v="50" actId="255"/>
          <ac:spMkLst>
            <pc:docMk/>
            <pc:sldMk cId="0" sldId="257"/>
            <ac:spMk id="37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6:30.709" v="43" actId="1076"/>
          <ac:spMkLst>
            <pc:docMk/>
            <pc:sldMk cId="0" sldId="257"/>
            <ac:spMk id="41" creationId="{00000000-0000-0000-0000-000000000000}"/>
          </ac:spMkLst>
        </pc:spChg>
        <pc:spChg chg="mod">
          <ac:chgData name="Aditya Yadav" userId="2c096097e6c8149a" providerId="LiveId" clId="{7C588E5B-3E21-41D2-B6FA-FFF6E8511E88}" dt="2026-09-21T06:26:30.709" v="43" actId="1076"/>
          <ac:spMkLst>
            <pc:docMk/>
            <pc:sldMk cId="0" sldId="257"/>
            <ac:spMk id="42" creationId="{00000000-0000-0000-0000-000000000000}"/>
          </ac:spMkLst>
        </pc:spChg>
        <pc:spChg chg="add mod">
          <ac:chgData name="Aditya Yadav" userId="2c096097e6c8149a" providerId="LiveId" clId="{7C588E5B-3E21-41D2-B6FA-FFF6E8511E88}" dt="2026-09-21T07:45:52.423" v="116" actId="1076"/>
          <ac:spMkLst>
            <pc:docMk/>
            <pc:sldMk cId="0" sldId="257"/>
            <ac:spMk id="47" creationId="{4006CABD-19A4-3C80-FA5F-5F4EFACEFB11}"/>
          </ac:spMkLst>
        </pc:spChg>
        <pc:spChg chg="mod">
          <ac:chgData name="Aditya Yadav" userId="2c096097e6c8149a" providerId="LiveId" clId="{7C588E5B-3E21-41D2-B6FA-FFF6E8511E88}" dt="2026-09-21T06:23:42.056" v="16" actId="1076"/>
          <ac:spMkLst>
            <pc:docMk/>
            <pc:sldMk cId="0" sldId="257"/>
            <ac:spMk id="48" creationId="{FEC106A8-768E-134B-A62F-E4A93A0C1A3A}"/>
          </ac:spMkLst>
        </pc:spChg>
        <pc:spChg chg="add mod">
          <ac:chgData name="Aditya Yadav" userId="2c096097e6c8149a" providerId="LiveId" clId="{7C588E5B-3E21-41D2-B6FA-FFF6E8511E88}" dt="2026-09-21T06:25:29.665" v="32" actId="14100"/>
          <ac:spMkLst>
            <pc:docMk/>
            <pc:sldMk cId="0" sldId="257"/>
            <ac:spMk id="51" creationId="{C0E9D43D-EE7E-C3F3-F9AA-BC2B365882AF}"/>
          </ac:spMkLst>
        </pc:spChg>
        <pc:spChg chg="mod">
          <ac:chgData name="Aditya Yadav" userId="2c096097e6c8149a" providerId="LiveId" clId="{7C588E5B-3E21-41D2-B6FA-FFF6E8511E88}" dt="2026-09-21T06:30:14.076" v="65" actId="1076"/>
          <ac:spMkLst>
            <pc:docMk/>
            <pc:sldMk cId="0" sldId="257"/>
            <ac:spMk id="52" creationId="{B5DA992B-7247-145E-7295-CF208072F100}"/>
          </ac:spMkLst>
        </pc:spChg>
        <pc:spChg chg="mod">
          <ac:chgData name="Aditya Yadav" userId="2c096097e6c8149a" providerId="LiveId" clId="{7C588E5B-3E21-41D2-B6FA-FFF6E8511E88}" dt="2026-09-21T06:27:42.583" v="50" actId="255"/>
          <ac:spMkLst>
            <pc:docMk/>
            <pc:sldMk cId="0" sldId="257"/>
            <ac:spMk id="54" creationId="{C18BF653-9765-613D-A036-3B9EC7A63225}"/>
          </ac:spMkLst>
        </pc:spChg>
        <pc:spChg chg="mod">
          <ac:chgData name="Aditya Yadav" userId="2c096097e6c8149a" providerId="LiveId" clId="{7C588E5B-3E21-41D2-B6FA-FFF6E8511E88}" dt="2026-09-21T06:30:14.076" v="65" actId="1076"/>
          <ac:spMkLst>
            <pc:docMk/>
            <pc:sldMk cId="0" sldId="257"/>
            <ac:spMk id="61" creationId="{A858E581-716E-C8EC-418A-E19969359406}"/>
          </ac:spMkLst>
        </pc:spChg>
        <pc:spChg chg="mod">
          <ac:chgData name="Aditya Yadav" userId="2c096097e6c8149a" providerId="LiveId" clId="{7C588E5B-3E21-41D2-B6FA-FFF6E8511E88}" dt="2026-09-21T06:32:20.978" v="81" actId="255"/>
          <ac:spMkLst>
            <pc:docMk/>
            <pc:sldMk cId="0" sldId="257"/>
            <ac:spMk id="63" creationId="{FB796B26-B2BD-4F10-1E2F-A40585363BF7}"/>
          </ac:spMkLst>
        </pc:spChg>
        <pc:spChg chg="mod">
          <ac:chgData name="Aditya Yadav" userId="2c096097e6c8149a" providerId="LiveId" clId="{7C588E5B-3E21-41D2-B6FA-FFF6E8511E88}" dt="2026-09-21T06:29:18.709" v="58" actId="255"/>
          <ac:spMkLst>
            <pc:docMk/>
            <pc:sldMk cId="0" sldId="257"/>
            <ac:spMk id="64" creationId="{FC73A344-644D-A06C-AA97-9A4516AE632F}"/>
          </ac:spMkLst>
        </pc:spChg>
        <pc:spChg chg="mod">
          <ac:chgData name="Aditya Yadav" userId="2c096097e6c8149a" providerId="LiveId" clId="{7C588E5B-3E21-41D2-B6FA-FFF6E8511E88}" dt="2026-09-21T06:33:16.875" v="86" actId="1076"/>
          <ac:spMkLst>
            <pc:docMk/>
            <pc:sldMk cId="0" sldId="257"/>
            <ac:spMk id="66" creationId="{5B23CE30-A01A-DF2B-538A-87F6E99F2E82}"/>
          </ac:spMkLst>
        </pc:spChg>
        <pc:spChg chg="mod">
          <ac:chgData name="Aditya Yadav" userId="2c096097e6c8149a" providerId="LiveId" clId="{7C588E5B-3E21-41D2-B6FA-FFF6E8511E88}" dt="2026-09-21T06:32:52.052" v="82" actId="14100"/>
          <ac:spMkLst>
            <pc:docMk/>
            <pc:sldMk cId="0" sldId="257"/>
            <ac:spMk id="68" creationId="{C9CA7063-69FC-CD61-E918-36C29D13B7F9}"/>
          </ac:spMkLst>
        </pc:spChg>
        <pc:spChg chg="mod">
          <ac:chgData name="Aditya Yadav" userId="2c096097e6c8149a" providerId="LiveId" clId="{7C588E5B-3E21-41D2-B6FA-FFF6E8511E88}" dt="2026-09-21T06:29:18.709" v="58" actId="255"/>
          <ac:spMkLst>
            <pc:docMk/>
            <pc:sldMk cId="0" sldId="257"/>
            <ac:spMk id="70" creationId="{B21627F8-717D-1AC3-1BAB-8BD7787D411A}"/>
          </ac:spMkLst>
        </pc:spChg>
        <pc:spChg chg="add mod">
          <ac:chgData name="Aditya Yadav" userId="2c096097e6c8149a" providerId="LiveId" clId="{7C588E5B-3E21-41D2-B6FA-FFF6E8511E88}" dt="2026-09-21T06:30:12.917" v="64" actId="1076"/>
          <ac:spMkLst>
            <pc:docMk/>
            <pc:sldMk cId="0" sldId="257"/>
            <ac:spMk id="71" creationId="{C7563B10-A121-C963-4334-958CFC5044AE}"/>
          </ac:spMkLst>
        </pc:spChg>
        <pc:spChg chg="mod">
          <ac:chgData name="Aditya Yadav" userId="2c096097e6c8149a" providerId="LiveId" clId="{7C588E5B-3E21-41D2-B6FA-FFF6E8511E88}" dt="2026-09-21T06:33:53.426" v="91" actId="1076"/>
          <ac:spMkLst>
            <pc:docMk/>
            <pc:sldMk cId="0" sldId="257"/>
            <ac:spMk id="72" creationId="{E9DB7288-DAEA-AEDC-656B-D056E1172C2B}"/>
          </ac:spMkLst>
        </pc:spChg>
        <pc:spChg chg="mod">
          <ac:chgData name="Aditya Yadav" userId="2c096097e6c8149a" providerId="LiveId" clId="{7C588E5B-3E21-41D2-B6FA-FFF6E8511E88}" dt="2026-09-21T06:29:18.709" v="58" actId="255"/>
          <ac:spMkLst>
            <pc:docMk/>
            <pc:sldMk cId="0" sldId="257"/>
            <ac:spMk id="74" creationId="{C164661E-AFAA-91B0-48F2-18113B0A1504}"/>
          </ac:spMkLst>
        </pc:spChg>
        <pc:spChg chg="mod">
          <ac:chgData name="Aditya Yadav" userId="2c096097e6c8149a" providerId="LiveId" clId="{7C588E5B-3E21-41D2-B6FA-FFF6E8511E88}" dt="2026-09-21T06:33:48.637" v="90" actId="1076"/>
          <ac:spMkLst>
            <pc:docMk/>
            <pc:sldMk cId="0" sldId="257"/>
            <ac:spMk id="76" creationId="{64E1363C-AD2E-0FCE-17D8-890901E3C2BE}"/>
          </ac:spMkLst>
        </pc:spChg>
        <pc:spChg chg="mod">
          <ac:chgData name="Aditya Yadav" userId="2c096097e6c8149a" providerId="LiveId" clId="{7C588E5B-3E21-41D2-B6FA-FFF6E8511E88}" dt="2026-09-21T06:35:20.595" v="100" actId="1076"/>
          <ac:spMkLst>
            <pc:docMk/>
            <pc:sldMk cId="0" sldId="257"/>
            <ac:spMk id="78" creationId="{68E29B58-DC12-3DD7-14B2-2CF7DC489F4A}"/>
          </ac:spMkLst>
        </pc:spChg>
        <pc:spChg chg="add mod">
          <ac:chgData name="Aditya Yadav" userId="2c096097e6c8149a" providerId="LiveId" clId="{7C588E5B-3E21-41D2-B6FA-FFF6E8511E88}" dt="2026-09-21T06:26:08.048" v="42" actId="20577"/>
          <ac:spMkLst>
            <pc:docMk/>
            <pc:sldMk cId="0" sldId="257"/>
            <ac:spMk id="79" creationId="{B5D8BA62-7A18-D9BB-DC2C-40748A04E0A5}"/>
          </ac:spMkLst>
        </pc:spChg>
        <pc:spChg chg="mod">
          <ac:chgData name="Aditya Yadav" userId="2c096097e6c8149a" providerId="LiveId" clId="{7C588E5B-3E21-41D2-B6FA-FFF6E8511E88}" dt="2026-09-21T06:33:46.768" v="89" actId="1076"/>
          <ac:spMkLst>
            <pc:docMk/>
            <pc:sldMk cId="0" sldId="257"/>
            <ac:spMk id="80" creationId="{89A8CD70-D215-5942-623A-FBC3B96ECAAA}"/>
          </ac:spMkLst>
        </pc:spChg>
        <pc:spChg chg="mod">
          <ac:chgData name="Aditya Yadav" userId="2c096097e6c8149a" providerId="LiveId" clId="{7C588E5B-3E21-41D2-B6FA-FFF6E8511E88}" dt="2026-09-21T06:35:28.461" v="101" actId="1076"/>
          <ac:spMkLst>
            <pc:docMk/>
            <pc:sldMk cId="0" sldId="257"/>
            <ac:spMk id="82" creationId="{B5AF35D6-2F9F-739F-0EF4-3157AB10C08B}"/>
          </ac:spMkLst>
        </pc:spChg>
        <pc:spChg chg="mod">
          <ac:chgData name="Aditya Yadav" userId="2c096097e6c8149a" providerId="LiveId" clId="{7C588E5B-3E21-41D2-B6FA-FFF6E8511E88}" dt="2026-09-21T06:28:52.576" v="57" actId="255"/>
          <ac:spMkLst>
            <pc:docMk/>
            <pc:sldMk cId="0" sldId="257"/>
            <ac:spMk id="84" creationId="{63B17B61-61D4-F369-463C-3AB786865C66}"/>
          </ac:spMkLst>
        </pc:spChg>
        <pc:spChg chg="mod">
          <ac:chgData name="Aditya Yadav" userId="2c096097e6c8149a" providerId="LiveId" clId="{7C588E5B-3E21-41D2-B6FA-FFF6E8511E88}" dt="2026-09-21T06:34:24.404" v="97" actId="20577"/>
          <ac:spMkLst>
            <pc:docMk/>
            <pc:sldMk cId="0" sldId="257"/>
            <ac:spMk id="90" creationId="{23CA8A62-71E5-1D93-A12F-774009DDA749}"/>
          </ac:spMkLst>
        </pc:spChg>
        <pc:spChg chg="mod">
          <ac:chgData name="Aditya Yadav" userId="2c096097e6c8149a" providerId="LiveId" clId="{7C588E5B-3E21-41D2-B6FA-FFF6E8511E88}" dt="2026-09-21T06:34:08.366" v="93" actId="1076"/>
          <ac:spMkLst>
            <pc:docMk/>
            <pc:sldMk cId="0" sldId="257"/>
            <ac:spMk id="92" creationId="{10996651-3473-E96C-A14A-A0B4BDDBE62C}"/>
          </ac:spMkLst>
        </pc:spChg>
        <pc:spChg chg="mod">
          <ac:chgData name="Aditya Yadav" userId="2c096097e6c8149a" providerId="LiveId" clId="{7C588E5B-3E21-41D2-B6FA-FFF6E8511E88}" dt="2026-09-21T06:34:01.985" v="92" actId="1076"/>
          <ac:spMkLst>
            <pc:docMk/>
            <pc:sldMk cId="0" sldId="257"/>
            <ac:spMk id="94" creationId="{71028D5E-F9BD-3B36-C731-D1032776E22F}"/>
          </ac:spMkLst>
        </pc:spChg>
        <pc:spChg chg="mod">
          <ac:chgData name="Aditya Yadav" userId="2c096097e6c8149a" providerId="LiveId" clId="{7C588E5B-3E21-41D2-B6FA-FFF6E8511E88}" dt="2026-09-21T06:34:46.752" v="98" actId="1076"/>
          <ac:spMkLst>
            <pc:docMk/>
            <pc:sldMk cId="0" sldId="257"/>
            <ac:spMk id="96" creationId="{7DB5A9AA-8B7E-7123-00FD-DC1DC5BF116A}"/>
          </ac:spMkLst>
        </pc:spChg>
        <pc:spChg chg="mod">
          <ac:chgData name="Aditya Yadav" userId="2c096097e6c8149a" providerId="LiveId" clId="{7C588E5B-3E21-41D2-B6FA-FFF6E8511E88}" dt="2026-09-21T06:35:33.141" v="102" actId="1076"/>
          <ac:spMkLst>
            <pc:docMk/>
            <pc:sldMk cId="0" sldId="257"/>
            <ac:spMk id="98" creationId="{F7898C67-E43C-2567-1B01-CFB6AB825874}"/>
          </ac:spMkLst>
        </pc:spChg>
        <pc:grpChg chg="mod">
          <ac:chgData name="Aditya Yadav" userId="2c096097e6c8149a" providerId="LiveId" clId="{7C588E5B-3E21-41D2-B6FA-FFF6E8511E88}" dt="2026-09-21T06:34:14.461" v="94" actId="14100"/>
          <ac:grpSpMkLst>
            <pc:docMk/>
            <pc:sldMk cId="0" sldId="257"/>
            <ac:grpSpMk id="99" creationId="{4CCB5CD5-0F33-E5D1-9914-11C3E96C2919}"/>
          </ac:grpSpMkLst>
        </pc:grpChg>
        <pc:picChg chg="mod">
          <ac:chgData name="Aditya Yadav" userId="2c096097e6c8149a" providerId="LiveId" clId="{7C588E5B-3E21-41D2-B6FA-FFF6E8511E88}" dt="2026-09-21T06:26:53.837" v="48" actId="1076"/>
          <ac:picMkLst>
            <pc:docMk/>
            <pc:sldMk cId="0" sldId="257"/>
            <ac:picMk id="9" creationId="{00000000-0000-0000-0000-000000000000}"/>
          </ac:picMkLst>
        </pc:picChg>
      </pc:sldChg>
      <pc:sldChg chg="addSp delSp modSp mod">
        <pc:chgData name="Aditya Yadav" userId="2c096097e6c8149a" providerId="LiveId" clId="{7C588E5B-3E21-41D2-B6FA-FFF6E8511E88}" dt="2026-09-21T08:02:17.956" v="213" actId="14100"/>
        <pc:sldMkLst>
          <pc:docMk/>
          <pc:sldMk cId="0" sldId="259"/>
        </pc:sldMkLst>
        <pc:spChg chg="mod">
          <ac:chgData name="Aditya Yadav" userId="2c096097e6c8149a" providerId="LiveId" clId="{7C588E5B-3E21-41D2-B6FA-FFF6E8511E88}" dt="2026-09-21T08:02:03.903" v="210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2:03.903" v="21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2:03.903" v="210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2:03.903" v="210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0:37.694" v="198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1:51.570" v="208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2:10.686" v="211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1:29.407" v="204" actId="25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2:03.903" v="210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1:22.643" v="203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1:17.151" v="202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2:03.903" v="210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2:03.903" v="210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2:03.903" v="210" actId="1076"/>
          <ac:spMkLst>
            <pc:docMk/>
            <pc:sldMk cId="0" sldId="259"/>
            <ac:spMk id="19" creationId="{00000000-0000-0000-0000-000000000000}"/>
          </ac:spMkLst>
        </pc:spChg>
        <pc:spChg chg="add">
          <ac:chgData name="Aditya Yadav" userId="2c096097e6c8149a" providerId="LiveId" clId="{7C588E5B-3E21-41D2-B6FA-FFF6E8511E88}" dt="2026-09-21T08:00:02.369" v="192" actId="22"/>
          <ac:spMkLst>
            <pc:docMk/>
            <pc:sldMk cId="0" sldId="259"/>
            <ac:spMk id="25" creationId="{38F90D8D-E5D4-431C-1BEC-0AB57E6EAED5}"/>
          </ac:spMkLst>
        </pc:spChg>
        <pc:spChg chg="add mod">
          <ac:chgData name="Aditya Yadav" userId="2c096097e6c8149a" providerId="LiveId" clId="{7C588E5B-3E21-41D2-B6FA-FFF6E8511E88}" dt="2026-09-21T08:02:03.903" v="210" actId="1076"/>
          <ac:spMkLst>
            <pc:docMk/>
            <pc:sldMk cId="0" sldId="259"/>
            <ac:spMk id="27" creationId="{6D4C38E6-1E42-DC49-4373-777AE007F953}"/>
          </ac:spMkLst>
        </pc:spChg>
        <pc:picChg chg="mod">
          <ac:chgData name="Aditya Yadav" userId="2c096097e6c8149a" providerId="LiveId" clId="{7C588E5B-3E21-41D2-B6FA-FFF6E8511E88}" dt="2026-09-21T08:02:17.956" v="213" actId="14100"/>
          <ac:picMkLst>
            <pc:docMk/>
            <pc:sldMk cId="0" sldId="259"/>
            <ac:picMk id="12" creationId="{00000000-0000-0000-0000-000000000000}"/>
          </ac:picMkLst>
        </pc:picChg>
      </pc:sldChg>
      <pc:sldChg chg="ord">
        <pc:chgData name="Aditya Yadav" userId="2c096097e6c8149a" providerId="LiveId" clId="{7C588E5B-3E21-41D2-B6FA-FFF6E8511E88}" dt="2026-09-21T08:02:35.618" v="215"/>
        <pc:sldMkLst>
          <pc:docMk/>
          <pc:sldMk cId="0" sldId="260"/>
        </pc:sldMkLst>
      </pc:sldChg>
      <pc:sldChg chg="addSp delSp modSp mod">
        <pc:chgData name="Aditya Yadav" userId="2c096097e6c8149a" providerId="LiveId" clId="{7C588E5B-3E21-41D2-B6FA-FFF6E8511E88}" dt="2026-09-21T08:05:58.757" v="237" actId="1035"/>
        <pc:sldMkLst>
          <pc:docMk/>
          <pc:sldMk cId="0" sldId="261"/>
        </pc:sldMkLst>
        <pc:spChg chg="mod">
          <ac:chgData name="Aditya Yadav" userId="2c096097e6c8149a" providerId="LiveId" clId="{7C588E5B-3E21-41D2-B6FA-FFF6E8511E88}" dt="2026-09-21T08:05:19.097" v="233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5:29.259" v="235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5:09.842" v="231" actId="1076"/>
          <ac:spMkLst>
            <pc:docMk/>
            <pc:sldMk cId="0" sldId="261"/>
            <ac:spMk id="22" creationId="{00000000-0000-0000-0000-000000000000}"/>
          </ac:spMkLst>
        </pc:spChg>
        <pc:spChg chg="add">
          <ac:chgData name="Aditya Yadav" userId="2c096097e6c8149a" providerId="LiveId" clId="{7C588E5B-3E21-41D2-B6FA-FFF6E8511E88}" dt="2026-09-21T08:03:19.663" v="218" actId="22"/>
          <ac:spMkLst>
            <pc:docMk/>
            <pc:sldMk cId="0" sldId="261"/>
            <ac:spMk id="25" creationId="{D59536AF-AF1E-FD42-F272-CEBFA5B15521}"/>
          </ac:spMkLst>
        </pc:spChg>
        <pc:spChg chg="add mod">
          <ac:chgData name="Aditya Yadav" userId="2c096097e6c8149a" providerId="LiveId" clId="{7C588E5B-3E21-41D2-B6FA-FFF6E8511E88}" dt="2026-09-21T08:03:24.670" v="220" actId="20577"/>
          <ac:spMkLst>
            <pc:docMk/>
            <pc:sldMk cId="0" sldId="261"/>
            <ac:spMk id="27" creationId="{C140ADD4-10F6-BC5A-39C8-4F1342D97FB8}"/>
          </ac:spMkLst>
        </pc:spChg>
        <pc:spChg chg="mod">
          <ac:chgData name="Aditya Yadav" userId="2c096097e6c8149a" providerId="LiveId" clId="{7C588E5B-3E21-41D2-B6FA-FFF6E8511E88}" dt="2026-09-21T08:04:54.014" v="228" actId="1076"/>
          <ac:spMkLst>
            <pc:docMk/>
            <pc:sldMk cId="0" sldId="261"/>
            <ac:spMk id="69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3:53.740" v="222" actId="255"/>
          <ac:spMkLst>
            <pc:docMk/>
            <pc:sldMk cId="0" sldId="261"/>
            <ac:spMk id="70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46.085" v="227" actId="1076"/>
          <ac:spMkLst>
            <pc:docMk/>
            <pc:sldMk cId="0" sldId="261"/>
            <ac:spMk id="71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46.085" v="227" actId="1076"/>
          <ac:spMkLst>
            <pc:docMk/>
            <pc:sldMk cId="0" sldId="261"/>
            <ac:spMk id="72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3:53.740" v="222" actId="255"/>
          <ac:spMkLst>
            <pc:docMk/>
            <pc:sldMk cId="0" sldId="261"/>
            <ac:spMk id="73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54.014" v="228" actId="1076"/>
          <ac:spMkLst>
            <pc:docMk/>
            <pc:sldMk cId="0" sldId="261"/>
            <ac:spMk id="74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54.014" v="228" actId="1076"/>
          <ac:spMkLst>
            <pc:docMk/>
            <pc:sldMk cId="0" sldId="261"/>
            <ac:spMk id="75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54.014" v="228" actId="1076"/>
          <ac:spMkLst>
            <pc:docMk/>
            <pc:sldMk cId="0" sldId="261"/>
            <ac:spMk id="76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54.014" v="228" actId="1076"/>
          <ac:spMkLst>
            <pc:docMk/>
            <pc:sldMk cId="0" sldId="261"/>
            <ac:spMk id="77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54.014" v="228" actId="1076"/>
          <ac:spMkLst>
            <pc:docMk/>
            <pc:sldMk cId="0" sldId="261"/>
            <ac:spMk id="78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54.014" v="228" actId="1076"/>
          <ac:spMkLst>
            <pc:docMk/>
            <pc:sldMk cId="0" sldId="261"/>
            <ac:spMk id="79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54.014" v="228" actId="1076"/>
          <ac:spMkLst>
            <pc:docMk/>
            <pc:sldMk cId="0" sldId="261"/>
            <ac:spMk id="80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54.014" v="228" actId="1076"/>
          <ac:spMkLst>
            <pc:docMk/>
            <pc:sldMk cId="0" sldId="261"/>
            <ac:spMk id="81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4:54.014" v="228" actId="1076"/>
          <ac:spMkLst>
            <pc:docMk/>
            <pc:sldMk cId="0" sldId="261"/>
            <ac:spMk id="82" creationId="{00000000-0000-0000-0000-000000000000}"/>
          </ac:spMkLst>
        </pc:spChg>
        <pc:spChg chg="mod">
          <ac:chgData name="Aditya Yadav" userId="2c096097e6c8149a" providerId="LiveId" clId="{7C588E5B-3E21-41D2-B6FA-FFF6E8511E88}" dt="2026-09-21T08:03:34.827" v="221" actId="255"/>
          <ac:spMkLst>
            <pc:docMk/>
            <pc:sldMk cId="0" sldId="261"/>
            <ac:spMk id="83" creationId="{00000000-0000-0000-0000-000000000000}"/>
          </ac:spMkLst>
        </pc:spChg>
        <pc:picChg chg="mod">
          <ac:chgData name="Aditya Yadav" userId="2c096097e6c8149a" providerId="LiveId" clId="{7C588E5B-3E21-41D2-B6FA-FFF6E8511E88}" dt="2026-09-21T08:05:58.757" v="237" actId="1035"/>
          <ac:picMkLst>
            <pc:docMk/>
            <pc:sldMk cId="0" sldId="261"/>
            <ac:picMk id="21" creationId="{00000000-0000-0000-0000-000000000000}"/>
          </ac:picMkLst>
        </pc:picChg>
      </pc:sldChg>
      <pc:sldChg chg="add">
        <pc:chgData name="Aditya Yadav" userId="2c096097e6c8149a" providerId="LiveId" clId="{7C588E5B-3E21-41D2-B6FA-FFF6E8511E88}" dt="2026-09-21T08:09:12.082" v="238"/>
        <pc:sldMkLst>
          <pc:docMk/>
          <pc:sldMk cId="3916788613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6985D-995A-4C0A-ADF0-B536FC9F32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509229-F621-40B7-B9F5-F79A67C13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106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09229-F621-40B7-B9F5-F79A67C1330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58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09229-F621-40B7-B9F5-F79A67C1330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80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mage1.png">
            <a:extLst>
              <a:ext uri="{FF2B5EF4-FFF2-40B4-BE49-F238E27FC236}">
                <a16:creationId xmlns:a16="http://schemas.microsoft.com/office/drawing/2014/main" id="{13150D81-B629-ADF3-8AA3-7FF99366452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24160" y="150876"/>
            <a:ext cx="1611506" cy="69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.gov.in/catalog/freight-and-passenger-movement-road-transport-and-railways?utm_source=chatgpt.com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s://cris.org.in/loadpage?page=proTMS&amp;utm_source=chatgpt.com" TargetMode="Externa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is.org.in/loadpage?page=indexpro&amp;utm_source=chatgpt.com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cris.org.in/?utm_source=chatgpt.com" TargetMode="External"/><Relationship Id="rId10" Type="http://schemas.openxmlformats.org/officeDocument/2006/relationships/hyperlink" Target="https://rdso.indianrailways.gov.in/railwayboard/uploads/directorate/stat_econ/2025/IR%20Year%20Book%202023-24-English.pdf?utm_source=chatgpt.com" TargetMode="External"/><Relationship Id="rId4" Type="http://schemas.openxmlformats.org/officeDocument/2006/relationships/image" Target="../media/image10.png"/><Relationship Id="rId9" Type="http://schemas.openxmlformats.org/officeDocument/2006/relationships/hyperlink" Target="https://iricen.gov.in/iricen/ipwe_seminar/2017/Nov%202023%20Vol-2/Ensuring%20Effectiveness%20in%20the%20Implementation%20of%20the%20Rolling%20Blockplan.pdf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3484" y="584623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20" b="1">
                <a:solidFill>
                  <a:srgbClr val="1F66B4"/>
                </a:solidFill>
                <a:latin typeface="Aptos"/>
              </a:defRPr>
            </a:pPr>
            <a:r>
              <a:rPr sz="1000" dirty="0"/>
              <a:t>01 • WHY THE PROBLEM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2057"/>
            <a:ext cx="680244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869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Track, S&amp;T and OHE teams may need access to the same section — while train operations must continue around those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5684520" cy="5157516"/>
          </a:xfrm>
          <a:prstGeom prst="roundRect">
            <a:avLst>
              <a:gd name="adj" fmla="val 3924"/>
            </a:avLst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153460" y="2222481"/>
            <a:ext cx="2571823" cy="34953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819" b="1">
                <a:solidFill>
                  <a:srgbClr val="CD4139"/>
                </a:solidFill>
                <a:latin typeface="Aptos"/>
              </a:defRPr>
            </a:pPr>
            <a:r>
              <a:rPr dirty="0"/>
              <a:t>TODAY  |  </a:t>
            </a:r>
            <a:r>
              <a:rPr lang="en-US" dirty="0"/>
              <a:t>ISOLATED</a:t>
            </a:r>
            <a:r>
              <a:rPr dirty="0"/>
              <a:t> MAINTENANCE PLANNING</a:t>
            </a:r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" y="2527816"/>
            <a:ext cx="5514382" cy="37365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72172" y="2435221"/>
            <a:ext cx="5631180" cy="560156"/>
          </a:xfrm>
          <a:prstGeom prst="roundRect">
            <a:avLst/>
          </a:prstGeom>
          <a:solidFill>
            <a:srgbClr val="FFF4E4"/>
          </a:solidFill>
          <a:ln w="10160">
            <a:solidFill>
              <a:srgbClr val="EEC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919" y="2486870"/>
            <a:ext cx="437083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810" b="1">
                <a:solidFill>
                  <a:srgbClr val="E18823"/>
                </a:solidFill>
                <a:latin typeface="Aptos"/>
              </a:defRPr>
            </a:pPr>
            <a:r>
              <a:rPr sz="900" dirty="0"/>
              <a:t>WHY THIS IS A COORDINATION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919" y="2642639"/>
            <a:ext cx="5589727" cy="2458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860" b="1">
                <a:solidFill>
                  <a:srgbClr val="18263A"/>
                </a:solidFill>
                <a:latin typeface="Aptos"/>
              </a:defRPr>
            </a:pPr>
            <a:r>
              <a:rPr sz="900" dirty="0"/>
              <a:t>The requests may be separate; the operational window is not. Planning must consider the combined picture.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1" y="3052816"/>
            <a:ext cx="5589727" cy="732288"/>
          </a:xfrm>
          <a:prstGeom prst="roundRect">
            <a:avLst>
              <a:gd name="adj" fmla="val 6452"/>
            </a:avLst>
          </a:prstGeom>
          <a:solidFill>
            <a:srgbClr val="FCEBEA"/>
          </a:solidFill>
          <a:ln w="10160">
            <a:solidFill>
              <a:srgbClr val="F0C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919" y="3110825"/>
            <a:ext cx="437083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810" b="1">
                <a:solidFill>
                  <a:srgbClr val="CD4139"/>
                </a:solidFill>
                <a:latin typeface="Aptos"/>
              </a:defRPr>
            </a:pPr>
            <a:r>
              <a:rPr sz="1000" dirty="0"/>
              <a:t>WHAT THIS CAN CREATE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708" y="3337804"/>
            <a:ext cx="4160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819" b="1">
                <a:solidFill>
                  <a:srgbClr val="18263A"/>
                </a:solidFill>
                <a:latin typeface="Aptos"/>
              </a:defRPr>
            </a:pPr>
            <a:r>
              <a:rPr sz="900" dirty="0"/>
              <a:t>• Repeated closures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330281"/>
            <a:ext cx="4160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819" b="0">
                <a:solidFill>
                  <a:srgbClr val="18263A"/>
                </a:solidFill>
                <a:latin typeface="Aptos"/>
              </a:defRPr>
            </a:pPr>
            <a:r>
              <a:rPr sz="900" dirty="0"/>
              <a:t>• Avoidable conflicts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519160"/>
            <a:ext cx="4160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819" b="0">
                <a:solidFill>
                  <a:srgbClr val="18263A"/>
                </a:solidFill>
                <a:latin typeface="Aptos"/>
              </a:defRPr>
            </a:pPr>
            <a:r>
              <a:rPr sz="900" dirty="0"/>
              <a:t>• Crew / resource mobilization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6708" y="3520684"/>
            <a:ext cx="4160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819" b="0">
                <a:solidFill>
                  <a:srgbClr val="18263A"/>
                </a:solidFill>
                <a:latin typeface="Aptos"/>
              </a:defRPr>
            </a:pPr>
            <a:r>
              <a:rPr sz="900" dirty="0"/>
              <a:t>• Train disruption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3071" y="3130833"/>
            <a:ext cx="1902258" cy="801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>
              <a:defRPr sz="590" b="0">
                <a:solidFill>
                  <a:srgbClr val="526276"/>
                </a:solidFill>
                <a:latin typeface="Aptos"/>
              </a:defRPr>
            </a:pPr>
            <a:r>
              <a:rPr sz="900" b="1" dirty="0"/>
              <a:t>Current gap</a:t>
            </a:r>
            <a:r>
              <a:rPr sz="900" dirty="0"/>
              <a:t>: </a:t>
            </a:r>
            <a:br>
              <a:rPr lang="en-US" sz="900" dirty="0"/>
            </a:br>
            <a:br>
              <a:rPr lang="en-US" sz="900" dirty="0"/>
            </a:br>
            <a:r>
              <a:rPr lang="en-IN" sz="900" dirty="0">
                <a:solidFill>
                  <a:srgbClr val="526276"/>
                </a:solidFill>
                <a:latin typeface="Aptos"/>
              </a:rPr>
              <a:t>Corridor availability data is isolated from maintenance planning.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862031"/>
            <a:ext cx="5596128" cy="2352141"/>
          </a:xfrm>
          <a:prstGeom prst="roundRect">
            <a:avLst>
              <a:gd name="adj" fmla="val 9821"/>
            </a:avLst>
          </a:prstGeom>
          <a:solidFill>
            <a:srgbClr val="E7F7F2"/>
          </a:solidFill>
          <a:ln w="10160">
            <a:solidFill>
              <a:srgbClr val="B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078" y="3970964"/>
            <a:ext cx="437083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810" b="1">
                <a:solidFill>
                  <a:srgbClr val="189E7D"/>
                </a:solidFill>
                <a:latin typeface="Aptos"/>
              </a:defRPr>
            </a:pPr>
            <a:r>
              <a:rPr sz="1000" dirty="0"/>
              <a:t>WITH RAILSAHAYAK  |  COORDINATED PLANNING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3B5C773-BB3C-33F3-F8D6-384879208A17}"/>
              </a:ext>
            </a:extLst>
          </p:cNvPr>
          <p:cNvGrpSpPr/>
          <p:nvPr/>
        </p:nvGrpSpPr>
        <p:grpSpPr>
          <a:xfrm>
            <a:off x="6500696" y="4281158"/>
            <a:ext cx="4288536" cy="256032"/>
            <a:chOff x="6473952" y="3735865"/>
            <a:chExt cx="4288536" cy="256032"/>
          </a:xfrm>
        </p:grpSpPr>
        <p:sp>
          <p:nvSpPr>
            <p:cNvPr id="23" name="Rounded Rectangle 22"/>
            <p:cNvSpPr/>
            <p:nvPr/>
          </p:nvSpPr>
          <p:spPr>
            <a:xfrm>
              <a:off x="6473952" y="3735865"/>
              <a:ext cx="1298448" cy="256032"/>
            </a:xfrm>
            <a:prstGeom prst="roundRect">
              <a:avLst/>
            </a:prstGeom>
            <a:solidFill>
              <a:srgbClr val="189E7D"/>
            </a:solidFill>
            <a:ln w="10160">
              <a:solidFill>
                <a:srgbClr val="189E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9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00696" y="3773479"/>
              <a:ext cx="1225295" cy="21236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>
                <a:defRPr sz="660" b="1">
                  <a:solidFill>
                    <a:srgbClr val="FFFFFF"/>
                  </a:solidFill>
                  <a:latin typeface="Aptos"/>
                </a:defRPr>
              </a:pPr>
              <a:r>
                <a:rPr sz="900" dirty="0"/>
                <a:t>REQUESTS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882128" y="3754153"/>
              <a:ext cx="2880360" cy="164592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noAutofit/>
            </a:bodyPr>
            <a:lstStyle/>
            <a:p>
              <a:pPr algn="l">
                <a:defRPr sz="750" b="0">
                  <a:solidFill>
                    <a:srgbClr val="18263A"/>
                  </a:solidFill>
                  <a:latin typeface="Aptos"/>
                </a:defRPr>
              </a:pPr>
              <a:r>
                <a:rPr sz="900" dirty="0"/>
                <a:t>Maintenance needs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12DA119-148D-4A52-AA58-3057000F2F69}"/>
              </a:ext>
            </a:extLst>
          </p:cNvPr>
          <p:cNvGrpSpPr/>
          <p:nvPr/>
        </p:nvGrpSpPr>
        <p:grpSpPr>
          <a:xfrm>
            <a:off x="6505956" y="4575309"/>
            <a:ext cx="4288536" cy="256032"/>
            <a:chOff x="6473952" y="4028473"/>
            <a:chExt cx="4288536" cy="256032"/>
          </a:xfrm>
        </p:grpSpPr>
        <p:sp>
          <p:nvSpPr>
            <p:cNvPr id="26" name="Rounded Rectangle 25"/>
            <p:cNvSpPr/>
            <p:nvPr/>
          </p:nvSpPr>
          <p:spPr>
            <a:xfrm>
              <a:off x="6473952" y="4028473"/>
              <a:ext cx="1298448" cy="256032"/>
            </a:xfrm>
            <a:prstGeom prst="roundRect">
              <a:avLst/>
            </a:prstGeom>
            <a:solidFill>
              <a:srgbClr val="189E7D"/>
            </a:solidFill>
            <a:ln w="10160">
              <a:solidFill>
                <a:srgbClr val="189E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9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00696" y="4066087"/>
              <a:ext cx="1225295" cy="21236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>
                <a:defRPr sz="660" b="1">
                  <a:solidFill>
                    <a:srgbClr val="FFFFFF"/>
                  </a:solidFill>
                  <a:latin typeface="Aptos"/>
                </a:defRPr>
              </a:pPr>
              <a:r>
                <a:rPr sz="900" dirty="0"/>
                <a:t>CONTEXT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882128" y="4046761"/>
              <a:ext cx="2880360" cy="164592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noAutofit/>
            </a:bodyPr>
            <a:lstStyle/>
            <a:p>
              <a:pPr algn="l">
                <a:defRPr sz="750" b="0">
                  <a:solidFill>
                    <a:srgbClr val="18263A"/>
                  </a:solidFill>
                  <a:latin typeface="Aptos"/>
                </a:defRPr>
              </a:pPr>
              <a:r>
                <a:rPr sz="900"/>
                <a:t>Timetable • freight • weather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B011EDA-D18A-7E05-3A7B-DFFB04E5C282}"/>
              </a:ext>
            </a:extLst>
          </p:cNvPr>
          <p:cNvGrpSpPr/>
          <p:nvPr/>
        </p:nvGrpSpPr>
        <p:grpSpPr>
          <a:xfrm>
            <a:off x="6520852" y="4883260"/>
            <a:ext cx="4288536" cy="256032"/>
            <a:chOff x="6473952" y="4321081"/>
            <a:chExt cx="4288536" cy="256032"/>
          </a:xfrm>
        </p:grpSpPr>
        <p:sp>
          <p:nvSpPr>
            <p:cNvPr id="29" name="Rounded Rectangle 28"/>
            <p:cNvSpPr/>
            <p:nvPr/>
          </p:nvSpPr>
          <p:spPr>
            <a:xfrm>
              <a:off x="6473952" y="4321081"/>
              <a:ext cx="1298448" cy="256032"/>
            </a:xfrm>
            <a:prstGeom prst="roundRect">
              <a:avLst/>
            </a:prstGeom>
            <a:solidFill>
              <a:srgbClr val="189E7D"/>
            </a:solidFill>
            <a:ln w="10160">
              <a:solidFill>
                <a:srgbClr val="189E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9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500696" y="4358695"/>
              <a:ext cx="1225295" cy="21236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>
                <a:defRPr sz="660" b="1">
                  <a:solidFill>
                    <a:srgbClr val="FFFFFF"/>
                  </a:solidFill>
                  <a:latin typeface="Aptos"/>
                </a:defRPr>
              </a:pPr>
              <a:r>
                <a:rPr sz="900" dirty="0"/>
                <a:t>PRIORITIZE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882128" y="4339368"/>
              <a:ext cx="2880360" cy="164592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noAutofit/>
            </a:bodyPr>
            <a:lstStyle/>
            <a:p>
              <a:pPr algn="l">
                <a:defRPr sz="750" b="0">
                  <a:solidFill>
                    <a:srgbClr val="18263A"/>
                  </a:solidFill>
                  <a:latin typeface="Aptos"/>
                </a:defRPr>
              </a:pPr>
              <a:r>
                <a:rPr sz="900" dirty="0"/>
                <a:t>Criticality • urgency • impact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62A779-64A2-23BC-6A48-807EC609758C}"/>
              </a:ext>
            </a:extLst>
          </p:cNvPr>
          <p:cNvGrpSpPr/>
          <p:nvPr/>
        </p:nvGrpSpPr>
        <p:grpSpPr>
          <a:xfrm>
            <a:off x="6520852" y="5200985"/>
            <a:ext cx="4705324" cy="361128"/>
            <a:chOff x="6473952" y="4613689"/>
            <a:chExt cx="4705324" cy="361128"/>
          </a:xfrm>
        </p:grpSpPr>
        <p:sp>
          <p:nvSpPr>
            <p:cNvPr id="32" name="Rounded Rectangle 31"/>
            <p:cNvSpPr/>
            <p:nvPr/>
          </p:nvSpPr>
          <p:spPr>
            <a:xfrm>
              <a:off x="6473952" y="4613689"/>
              <a:ext cx="1298448" cy="256032"/>
            </a:xfrm>
            <a:prstGeom prst="roundRect">
              <a:avLst/>
            </a:prstGeom>
            <a:solidFill>
              <a:srgbClr val="189E7D"/>
            </a:solidFill>
            <a:ln w="10160">
              <a:solidFill>
                <a:srgbClr val="189E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9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00696" y="4651303"/>
              <a:ext cx="1225295" cy="21236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>
                <a:defRPr sz="660" b="1">
                  <a:solidFill>
                    <a:srgbClr val="FFFFFF"/>
                  </a:solidFill>
                  <a:latin typeface="Aptos"/>
                </a:defRPr>
              </a:pPr>
              <a:r>
                <a:rPr sz="900" dirty="0"/>
                <a:t>PREDICT / OPTIMIZE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882127" y="4631976"/>
              <a:ext cx="3297149" cy="342841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noAutofit/>
            </a:bodyPr>
            <a:lstStyle/>
            <a:p>
              <a:pPr>
                <a:defRPr sz="750" b="0">
                  <a:solidFill>
                    <a:srgbClr val="18263A"/>
                  </a:solidFill>
                  <a:latin typeface="Aptos"/>
                </a:defRPr>
              </a:pPr>
              <a:r>
                <a:rPr sz="900" dirty="0"/>
                <a:t>ML / forecasting + </a:t>
              </a:r>
              <a:r>
                <a:rPr lang="en-IN" sz="900" b="1" dirty="0">
                  <a:solidFill>
                    <a:srgbClr val="18263A"/>
                  </a:solidFill>
                  <a:latin typeface="Aptos"/>
                </a:rPr>
                <a:t>Constraint Programming (CP)</a:t>
              </a:r>
              <a:r>
                <a:rPr lang="en-IN" sz="900" dirty="0">
                  <a:solidFill>
                    <a:srgbClr val="18263A"/>
                  </a:solidFill>
                  <a:latin typeface="Aptos"/>
                </a:rPr>
                <a:t> &amp; </a:t>
              </a:r>
              <a:r>
                <a:rPr lang="en-IN" sz="900" b="1" dirty="0">
                  <a:solidFill>
                    <a:srgbClr val="18263A"/>
                  </a:solidFill>
                  <a:latin typeface="Aptos"/>
                </a:rPr>
                <a:t>Satisfiability (SAT)</a:t>
              </a:r>
              <a:endParaRPr sz="9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8681890-4F7C-5F33-49B1-AE90EA578CF8}"/>
              </a:ext>
            </a:extLst>
          </p:cNvPr>
          <p:cNvGrpSpPr/>
          <p:nvPr/>
        </p:nvGrpSpPr>
        <p:grpSpPr>
          <a:xfrm>
            <a:off x="6520852" y="5520463"/>
            <a:ext cx="4288536" cy="256032"/>
            <a:chOff x="6473952" y="4906297"/>
            <a:chExt cx="4288536" cy="256032"/>
          </a:xfrm>
        </p:grpSpPr>
        <p:sp>
          <p:nvSpPr>
            <p:cNvPr id="35" name="Rounded Rectangle 34"/>
            <p:cNvSpPr/>
            <p:nvPr/>
          </p:nvSpPr>
          <p:spPr>
            <a:xfrm>
              <a:off x="6473952" y="4906297"/>
              <a:ext cx="1298448" cy="256032"/>
            </a:xfrm>
            <a:prstGeom prst="roundRect">
              <a:avLst/>
            </a:prstGeom>
            <a:solidFill>
              <a:srgbClr val="189E7D"/>
            </a:solidFill>
            <a:ln w="10160">
              <a:solidFill>
                <a:srgbClr val="189E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9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00696" y="4943911"/>
              <a:ext cx="1225295" cy="21236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>
                <a:defRPr sz="660" b="1">
                  <a:solidFill>
                    <a:srgbClr val="FFFFFF"/>
                  </a:solidFill>
                  <a:latin typeface="Aptos"/>
                </a:defRPr>
              </a:pPr>
              <a:r>
                <a:rPr sz="900"/>
                <a:t>PLAN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882128" y="4924585"/>
              <a:ext cx="2880360" cy="164592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noAutofit/>
            </a:bodyPr>
            <a:lstStyle/>
            <a:p>
              <a:pPr algn="l">
                <a:defRPr sz="750" b="0">
                  <a:solidFill>
                    <a:srgbClr val="18263A"/>
                  </a:solidFill>
                  <a:latin typeface="Aptos"/>
                </a:defRPr>
              </a:pPr>
              <a:r>
                <a:rPr sz="900" dirty="0"/>
                <a:t>Coordinated 7-Day / 30-Day block plan</a:t>
              </a:r>
            </a:p>
          </p:txBody>
        </p:sp>
      </p:grpSp>
      <p:sp>
        <p:nvSpPr>
          <p:cNvPr id="41" name="Rounded Rectangle 40"/>
          <p:cNvSpPr/>
          <p:nvPr/>
        </p:nvSpPr>
        <p:spPr>
          <a:xfrm>
            <a:off x="411480" y="6373367"/>
            <a:ext cx="11365992" cy="274320"/>
          </a:xfrm>
          <a:prstGeom prst="roundRect">
            <a:avLst/>
          </a:prstGeom>
          <a:solidFill>
            <a:srgbClr val="E7F0FA"/>
          </a:solidFill>
          <a:ln w="10160">
            <a:solidFill>
              <a:srgbClr val="1F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632" y="6419087"/>
            <a:ext cx="11219688" cy="1828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690" b="0">
                <a:solidFill>
                  <a:srgbClr val="18263A"/>
                </a:solidFill>
                <a:latin typeface="Aptos"/>
              </a:defRPr>
            </a:pPr>
            <a:r>
              <a:rPr sz="900" dirty="0"/>
              <a:t>Design intent from the original concept: cross-department bundling • low-connectivity field communication • status updates • fewer repeated closures • better asset availability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652260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80">
                <a:solidFill>
                  <a:srgbClr val="FFFFFF"/>
                </a:solidFill>
                <a:latin typeface="Aptos"/>
              </a:defRPr>
            </a:pPr>
            <a:r>
              <a:t>2 / 6</a:t>
            </a:r>
          </a:p>
        </p:txBody>
      </p:sp>
      <p:sp>
        <p:nvSpPr>
          <p:cNvPr id="46" name="Rounded Rectangle 19">
            <a:extLst>
              <a:ext uri="{FF2B5EF4-FFF2-40B4-BE49-F238E27FC236}">
                <a16:creationId xmlns:a16="http://schemas.microsoft.com/office/drawing/2014/main" id="{40AFB062-964F-66B0-C04F-ACE660220FBE}"/>
              </a:ext>
            </a:extLst>
          </p:cNvPr>
          <p:cNvSpPr/>
          <p:nvPr/>
        </p:nvSpPr>
        <p:spPr>
          <a:xfrm>
            <a:off x="566928" y="1281106"/>
            <a:ext cx="5390938" cy="834169"/>
          </a:xfrm>
          <a:prstGeom prst="roundRect">
            <a:avLst/>
          </a:prstGeom>
          <a:solidFill>
            <a:srgbClr val="E7F0FA"/>
          </a:solidFill>
          <a:ln w="10160">
            <a:solidFill>
              <a:srgbClr val="C1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C106A8-768E-134B-A62F-E4A93A0C1A3A}"/>
              </a:ext>
            </a:extLst>
          </p:cNvPr>
          <p:cNvSpPr txBox="1"/>
          <p:nvPr/>
        </p:nvSpPr>
        <p:spPr>
          <a:xfrm>
            <a:off x="407703" y="938540"/>
            <a:ext cx="6063335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30" b="1">
                <a:solidFill>
                  <a:srgbClr val="1F66B4"/>
                </a:solidFill>
                <a:latin typeface="Aptos"/>
              </a:defRPr>
            </a:pPr>
            <a:r>
              <a:rPr sz="1000" dirty="0"/>
              <a:t>THE OPERATING PROBLEM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458639-C6AC-9DCF-75C9-088E4E0A0BC8}"/>
              </a:ext>
            </a:extLst>
          </p:cNvPr>
          <p:cNvSpPr txBox="1"/>
          <p:nvPr/>
        </p:nvSpPr>
        <p:spPr>
          <a:xfrm>
            <a:off x="716763" y="1365467"/>
            <a:ext cx="5913499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1140" b="1">
                <a:solidFill>
                  <a:srgbClr val="18263A"/>
                </a:solidFill>
                <a:latin typeface="Aptos"/>
              </a:defRPr>
            </a:pPr>
            <a:r>
              <a:rPr dirty="0"/>
              <a:t>Multiple departments compete for the same limited operational windows </a:t>
            </a:r>
            <a:r>
              <a:rPr lang="en-US" dirty="0"/>
              <a:t>for maintenance </a:t>
            </a:r>
            <a:r>
              <a:rPr dirty="0"/>
              <a:t>— while train operations must continue around those windows.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DA992B-7247-145E-7295-CF208072F100}"/>
              </a:ext>
            </a:extLst>
          </p:cNvPr>
          <p:cNvSpPr txBox="1"/>
          <p:nvPr/>
        </p:nvSpPr>
        <p:spPr>
          <a:xfrm>
            <a:off x="660223" y="1795235"/>
            <a:ext cx="5204347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780" b="0">
                <a:solidFill>
                  <a:srgbClr val="526276"/>
                </a:solidFill>
                <a:latin typeface="Aptos"/>
              </a:defRPr>
            </a:pPr>
            <a:r>
              <a:rPr dirty="0"/>
              <a:t>Shared-resource framing: the block window is a common planning problem, even when requests are created separately.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6A4D15C-37E4-5753-92AB-E48ABA8D41D0}"/>
              </a:ext>
            </a:extLst>
          </p:cNvPr>
          <p:cNvGrpSpPr/>
          <p:nvPr/>
        </p:nvGrpSpPr>
        <p:grpSpPr>
          <a:xfrm>
            <a:off x="6520852" y="5770109"/>
            <a:ext cx="4287012" cy="368956"/>
            <a:chOff x="6473952" y="5140600"/>
            <a:chExt cx="4287012" cy="368956"/>
          </a:xfrm>
        </p:grpSpPr>
        <p:sp>
          <p:nvSpPr>
            <p:cNvPr id="38" name="Rounded Rectangle 37"/>
            <p:cNvSpPr/>
            <p:nvPr/>
          </p:nvSpPr>
          <p:spPr>
            <a:xfrm>
              <a:off x="6473952" y="5198905"/>
              <a:ext cx="1298448" cy="256032"/>
            </a:xfrm>
            <a:prstGeom prst="roundRect">
              <a:avLst/>
            </a:prstGeom>
            <a:solidFill>
              <a:srgbClr val="189E7D"/>
            </a:solidFill>
            <a:ln w="10160">
              <a:solidFill>
                <a:srgbClr val="189E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9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500696" y="5236519"/>
              <a:ext cx="1225295" cy="21236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>
                <a:defRPr sz="660" b="1">
                  <a:solidFill>
                    <a:srgbClr val="FFFFFF"/>
                  </a:solidFill>
                  <a:latin typeface="Aptos"/>
                </a:defRPr>
              </a:pPr>
              <a:r>
                <a:rPr sz="900" dirty="0"/>
                <a:t>EXECUTE + UPDATE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18BF653-9765-613D-A036-3B9EC7A63225}"/>
                </a:ext>
              </a:extLst>
            </p:cNvPr>
            <p:cNvSpPr txBox="1"/>
            <p:nvPr/>
          </p:nvSpPr>
          <p:spPr>
            <a:xfrm>
              <a:off x="7880604" y="5140600"/>
              <a:ext cx="2880360" cy="368956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noAutofit/>
            </a:bodyPr>
            <a:lstStyle/>
            <a:p>
              <a:pPr>
                <a:defRPr sz="750" b="0">
                  <a:solidFill>
                    <a:srgbClr val="18263A"/>
                  </a:solidFill>
                  <a:latin typeface="Aptos"/>
                </a:defRPr>
              </a:pPr>
              <a:r>
                <a:rPr lang="en-IN" sz="900" b="1" dirty="0">
                  <a:solidFill>
                    <a:srgbClr val="18263A"/>
                  </a:solidFill>
                  <a:latin typeface="Aptos"/>
                </a:rPr>
                <a:t>Block and Disconnection Management System (BDMS)</a:t>
              </a:r>
              <a:r>
                <a:rPr lang="en-IN" sz="900" dirty="0">
                  <a:solidFill>
                    <a:srgbClr val="18263A"/>
                  </a:solidFill>
                  <a:latin typeface="Aptos"/>
                </a:rPr>
                <a:t> </a:t>
              </a:r>
              <a:r>
                <a:rPr lang="en-US" sz="900" dirty="0"/>
                <a:t> → controller → field + status feedback</a:t>
              </a:r>
            </a:p>
          </p:txBody>
        </p:sp>
      </p:grpSp>
      <p:sp>
        <p:nvSpPr>
          <p:cNvPr id="61" name="Rounded Rectangle 6">
            <a:extLst>
              <a:ext uri="{FF2B5EF4-FFF2-40B4-BE49-F238E27FC236}">
                <a16:creationId xmlns:a16="http://schemas.microsoft.com/office/drawing/2014/main" id="{A858E581-716E-C8EC-418A-E19969359406}"/>
              </a:ext>
            </a:extLst>
          </p:cNvPr>
          <p:cNvSpPr/>
          <p:nvPr/>
        </p:nvSpPr>
        <p:spPr>
          <a:xfrm>
            <a:off x="6232314" y="1122122"/>
            <a:ext cx="5654886" cy="1221390"/>
          </a:xfrm>
          <a:prstGeom prst="roundRect">
            <a:avLst>
              <a:gd name="adj" fmla="val 5415"/>
            </a:avLst>
          </a:prstGeom>
          <a:solidFill>
            <a:srgbClr val="FDEFE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796B26-B2BD-4F10-1E2F-A40585363BF7}"/>
              </a:ext>
            </a:extLst>
          </p:cNvPr>
          <p:cNvSpPr txBox="1"/>
          <p:nvPr/>
        </p:nvSpPr>
        <p:spPr>
          <a:xfrm>
            <a:off x="6355691" y="1192876"/>
            <a:ext cx="4956048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dirty="0">
                <a:solidFill>
                  <a:srgbClr val="1F2937"/>
                </a:solidFill>
                <a:latin typeface="Aptos"/>
              </a:rPr>
              <a:t>TODAY  |  </a:t>
            </a:r>
            <a:r>
              <a:rPr lang="en-US" sz="1000" b="1" dirty="0">
                <a:solidFill>
                  <a:srgbClr val="1F2937"/>
                </a:solidFill>
                <a:latin typeface="Aptos"/>
              </a:rPr>
              <a:t>Independent isolated</a:t>
            </a:r>
            <a:r>
              <a:rPr sz="1000" b="1" dirty="0">
                <a:solidFill>
                  <a:srgbClr val="1F2937"/>
                </a:solidFill>
                <a:latin typeface="Aptos"/>
              </a:rPr>
              <a:t> planning</a:t>
            </a:r>
          </a:p>
        </p:txBody>
      </p:sp>
      <p:sp>
        <p:nvSpPr>
          <p:cNvPr id="68" name="Rounded Rectangle 14">
            <a:extLst>
              <a:ext uri="{FF2B5EF4-FFF2-40B4-BE49-F238E27FC236}">
                <a16:creationId xmlns:a16="http://schemas.microsoft.com/office/drawing/2014/main" id="{C9CA7063-69FC-CD61-E918-36C29D13B7F9}"/>
              </a:ext>
            </a:extLst>
          </p:cNvPr>
          <p:cNvSpPr/>
          <p:nvPr/>
        </p:nvSpPr>
        <p:spPr>
          <a:xfrm>
            <a:off x="6355691" y="1549600"/>
            <a:ext cx="4530241" cy="139127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1627F8-717D-1AC3-1BAB-8BD7787D411A}"/>
              </a:ext>
            </a:extLst>
          </p:cNvPr>
          <p:cNvSpPr txBox="1"/>
          <p:nvPr/>
        </p:nvSpPr>
        <p:spPr>
          <a:xfrm>
            <a:off x="6440424" y="1519495"/>
            <a:ext cx="4270248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dirty="0">
                <a:solidFill>
                  <a:srgbClr val="1F2937"/>
                </a:solidFill>
                <a:latin typeface="Aptos"/>
              </a:rPr>
              <a:t>Independent block requests</a:t>
            </a:r>
          </a:p>
        </p:txBody>
      </p:sp>
      <p:sp>
        <p:nvSpPr>
          <p:cNvPr id="72" name="Rounded Rectangle 19">
            <a:extLst>
              <a:ext uri="{FF2B5EF4-FFF2-40B4-BE49-F238E27FC236}">
                <a16:creationId xmlns:a16="http://schemas.microsoft.com/office/drawing/2014/main" id="{E9DB7288-DAEA-AEDC-656B-D056E1172C2B}"/>
              </a:ext>
            </a:extLst>
          </p:cNvPr>
          <p:cNvSpPr/>
          <p:nvPr/>
        </p:nvSpPr>
        <p:spPr>
          <a:xfrm>
            <a:off x="6355691" y="1728756"/>
            <a:ext cx="4526280" cy="114958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64661E-AFAA-91B0-48F2-18113B0A1504}"/>
              </a:ext>
            </a:extLst>
          </p:cNvPr>
          <p:cNvSpPr txBox="1"/>
          <p:nvPr/>
        </p:nvSpPr>
        <p:spPr>
          <a:xfrm>
            <a:off x="6440424" y="1677605"/>
            <a:ext cx="4270248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dirty="0">
                <a:solidFill>
                  <a:srgbClr val="1F2937"/>
                </a:solidFill>
                <a:latin typeface="Aptos"/>
              </a:rPr>
              <a:t>Manual / separate coordination</a:t>
            </a:r>
          </a:p>
        </p:txBody>
      </p:sp>
      <p:sp>
        <p:nvSpPr>
          <p:cNvPr id="76" name="Rounded Rectangle 24">
            <a:extLst>
              <a:ext uri="{FF2B5EF4-FFF2-40B4-BE49-F238E27FC236}">
                <a16:creationId xmlns:a16="http://schemas.microsoft.com/office/drawing/2014/main" id="{64E1363C-AD2E-0FCE-17D8-890901E3C2BE}"/>
              </a:ext>
            </a:extLst>
          </p:cNvPr>
          <p:cNvSpPr/>
          <p:nvPr/>
        </p:nvSpPr>
        <p:spPr>
          <a:xfrm>
            <a:off x="6344743" y="1879174"/>
            <a:ext cx="4526280" cy="107215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E29B58-DC12-3DD7-14B2-2CF7DC489F4A}"/>
              </a:ext>
            </a:extLst>
          </p:cNvPr>
          <p:cNvSpPr txBox="1"/>
          <p:nvPr/>
        </p:nvSpPr>
        <p:spPr>
          <a:xfrm>
            <a:off x="6440424" y="1830073"/>
            <a:ext cx="4270248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dirty="0">
                <a:solidFill>
                  <a:srgbClr val="1F2937"/>
                </a:solidFill>
                <a:latin typeface="Aptos"/>
              </a:rPr>
              <a:t>Block schedule</a:t>
            </a:r>
          </a:p>
        </p:txBody>
      </p:sp>
      <p:sp>
        <p:nvSpPr>
          <p:cNvPr id="80" name="Rounded Rectangle 29">
            <a:extLst>
              <a:ext uri="{FF2B5EF4-FFF2-40B4-BE49-F238E27FC236}">
                <a16:creationId xmlns:a16="http://schemas.microsoft.com/office/drawing/2014/main" id="{89A8CD70-D215-5942-623A-FBC3B96ECAAA}"/>
              </a:ext>
            </a:extLst>
          </p:cNvPr>
          <p:cNvSpPr/>
          <p:nvPr/>
        </p:nvSpPr>
        <p:spPr>
          <a:xfrm>
            <a:off x="6348984" y="2035863"/>
            <a:ext cx="4526280" cy="107215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AF35D6-2F9F-739F-0EF4-3157AB10C08B}"/>
              </a:ext>
            </a:extLst>
          </p:cNvPr>
          <p:cNvSpPr txBox="1"/>
          <p:nvPr/>
        </p:nvSpPr>
        <p:spPr>
          <a:xfrm>
            <a:off x="6426708" y="1993695"/>
            <a:ext cx="4270248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dirty="0">
                <a:solidFill>
                  <a:srgbClr val="1F2937"/>
                </a:solidFill>
                <a:latin typeface="Aptos"/>
              </a:rPr>
              <a:t>BDMS → COA → train operations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3B17B61-61D4-F369-463C-3AB786865C66}"/>
              </a:ext>
            </a:extLst>
          </p:cNvPr>
          <p:cNvSpPr txBox="1"/>
          <p:nvPr/>
        </p:nvSpPr>
        <p:spPr>
          <a:xfrm>
            <a:off x="6094476" y="2132991"/>
            <a:ext cx="4114800" cy="21236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dirty="0">
                <a:solidFill>
                  <a:srgbClr val="C63F3F"/>
                </a:solidFill>
                <a:latin typeface="Aptos"/>
              </a:rPr>
              <a:t>Risk</a:t>
            </a:r>
            <a:r>
              <a:rPr lang="en-US" sz="900" b="1" dirty="0">
                <a:solidFill>
                  <a:srgbClr val="C63F3F"/>
                </a:solidFill>
                <a:latin typeface="Aptos"/>
              </a:rPr>
              <a:t> to avoid </a:t>
            </a:r>
            <a:r>
              <a:rPr sz="900" b="1" dirty="0">
                <a:solidFill>
                  <a:srgbClr val="C63F3F"/>
                </a:solidFill>
                <a:latin typeface="Aptos"/>
              </a:rPr>
              <a:t>: the same section may be blocked multiple times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CCB5CD5-0F33-E5D1-9914-11C3E96C2919}"/>
              </a:ext>
            </a:extLst>
          </p:cNvPr>
          <p:cNvGrpSpPr/>
          <p:nvPr/>
        </p:nvGrpSpPr>
        <p:grpSpPr>
          <a:xfrm>
            <a:off x="6355691" y="1349945"/>
            <a:ext cx="6099182" cy="251763"/>
            <a:chOff x="6291072" y="1358890"/>
            <a:chExt cx="6101426" cy="212366"/>
          </a:xfrm>
        </p:grpSpPr>
        <p:sp>
          <p:nvSpPr>
            <p:cNvPr id="64" name="Rounded Rectangle 9">
              <a:extLst>
                <a:ext uri="{FF2B5EF4-FFF2-40B4-BE49-F238E27FC236}">
                  <a16:creationId xmlns:a16="http://schemas.microsoft.com/office/drawing/2014/main" id="{FC73A344-644D-A06C-AA97-9A4516AE632F}"/>
                </a:ext>
              </a:extLst>
            </p:cNvPr>
            <p:cNvSpPr/>
            <p:nvPr/>
          </p:nvSpPr>
          <p:spPr>
            <a:xfrm>
              <a:off x="6291072" y="1394167"/>
              <a:ext cx="4526280" cy="105051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3DB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90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B23CE30-A01A-DF2B-538A-87F6E99F2E82}"/>
                </a:ext>
              </a:extLst>
            </p:cNvPr>
            <p:cNvSpPr txBox="1"/>
            <p:nvPr/>
          </p:nvSpPr>
          <p:spPr>
            <a:xfrm>
              <a:off x="6371092" y="1358890"/>
              <a:ext cx="4270248" cy="212366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l"/>
              <a:r>
                <a:rPr sz="900" dirty="0">
                  <a:solidFill>
                    <a:srgbClr val="1F2937"/>
                  </a:solidFill>
                  <a:latin typeface="Aptos"/>
                </a:rPr>
                <a:t>TMS / SMMS / TDMS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3CA8A62-71E5-1D93-A12F-774009DDA749}"/>
                </a:ext>
              </a:extLst>
            </p:cNvPr>
            <p:cNvSpPr txBox="1"/>
            <p:nvPr/>
          </p:nvSpPr>
          <p:spPr>
            <a:xfrm>
              <a:off x="8122250" y="1359816"/>
              <a:ext cx="4270248" cy="179134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l"/>
              <a:r>
                <a:rPr lang="en-US" sz="900" b="0" dirty="0">
                  <a:solidFill>
                    <a:srgbClr val="5C6876"/>
                  </a:solidFill>
                  <a:latin typeface="Aptos"/>
                </a:rPr>
                <a:t> </a:t>
              </a:r>
              <a:r>
                <a:rPr sz="900" b="0" dirty="0">
                  <a:solidFill>
                    <a:srgbClr val="5C6876"/>
                  </a:solidFill>
                  <a:latin typeface="Aptos"/>
                </a:rPr>
                <a:t>Maintenance inputs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10996651-3473-E96C-A14A-A0B4BDDBE62C}"/>
              </a:ext>
            </a:extLst>
          </p:cNvPr>
          <p:cNvSpPr txBox="1"/>
          <p:nvPr/>
        </p:nvSpPr>
        <p:spPr>
          <a:xfrm>
            <a:off x="8214148" y="1514728"/>
            <a:ext cx="4270248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dirty="0">
                <a:solidFill>
                  <a:srgbClr val="5C6876"/>
                </a:solidFill>
                <a:latin typeface="Aptos"/>
              </a:rPr>
              <a:t>Each department raises needs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1028D5E-F9BD-3B36-C731-D1032776E22F}"/>
              </a:ext>
            </a:extLst>
          </p:cNvPr>
          <p:cNvSpPr txBox="1"/>
          <p:nvPr/>
        </p:nvSpPr>
        <p:spPr>
          <a:xfrm>
            <a:off x="8205216" y="1690701"/>
            <a:ext cx="4270248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dirty="0">
                <a:solidFill>
                  <a:srgbClr val="5C6876"/>
                </a:solidFill>
                <a:latin typeface="Aptos"/>
              </a:rPr>
              <a:t>Conflicts resolved across teams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DB5A9AA-8B7E-7123-00FD-DC1DC5BF116A}"/>
              </a:ext>
            </a:extLst>
          </p:cNvPr>
          <p:cNvSpPr txBox="1"/>
          <p:nvPr/>
        </p:nvSpPr>
        <p:spPr>
          <a:xfrm>
            <a:off x="8214148" y="1831687"/>
            <a:ext cx="4270248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dirty="0">
                <a:solidFill>
                  <a:srgbClr val="5C6876"/>
                </a:solidFill>
                <a:latin typeface="Aptos"/>
              </a:rPr>
              <a:t>Blocks planned separately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7898C67-E43C-2567-1B01-CFB6AB825874}"/>
              </a:ext>
            </a:extLst>
          </p:cNvPr>
          <p:cNvSpPr txBox="1"/>
          <p:nvPr/>
        </p:nvSpPr>
        <p:spPr>
          <a:xfrm>
            <a:off x="8210466" y="1979494"/>
            <a:ext cx="4270248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dirty="0">
                <a:solidFill>
                  <a:srgbClr val="5C6876"/>
                </a:solidFill>
                <a:latin typeface="Aptos"/>
              </a:rPr>
              <a:t>Operational execution</a:t>
            </a: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939E884E-8BC0-1388-8CB9-3F6B424600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1480" y="109794"/>
            <a:ext cx="1148201" cy="39924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AIH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4006CABD-19A4-3C80-FA5F-5F4EFACEFB11}"/>
              </a:ext>
            </a:extLst>
          </p:cNvPr>
          <p:cNvSpPr txBox="1">
            <a:spLocks/>
          </p:cNvSpPr>
          <p:nvPr/>
        </p:nvSpPr>
        <p:spPr>
          <a:xfrm>
            <a:off x="731520" y="-196153"/>
            <a:ext cx="10972800" cy="6779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Rail</a:t>
            </a:r>
            <a:r>
              <a:rPr lang="en-IN" sz="2000" b="1" dirty="0"/>
              <a:t>Sahayak</a:t>
            </a:r>
            <a:r>
              <a:rPr lang="en-IN" sz="2000" dirty="0"/>
              <a:t> — AI-Driven Block Optimization for Indian Railways</a:t>
            </a:r>
            <a:endParaRPr lang="en-US" sz="2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0E9D43D-EE7E-C3F3-F9AA-BC2B36588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0538"/>
            <a:ext cx="12191999" cy="14762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563B10-A121-C963-4334-958CFC5044AE}"/>
              </a:ext>
            </a:extLst>
          </p:cNvPr>
          <p:cNvSpPr txBox="1"/>
          <p:nvPr/>
        </p:nvSpPr>
        <p:spPr>
          <a:xfrm>
            <a:off x="6854" y="6687165"/>
            <a:ext cx="38058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>
                <a:solidFill>
                  <a:srgbClr val="FFFFFF"/>
                </a:solidFill>
                <a:latin typeface="Aptos"/>
              </a:defRPr>
            </a:pPr>
            <a:r>
              <a:rPr sz="900" dirty="0" err="1"/>
              <a:t>RailSahayak</a:t>
            </a:r>
            <a:r>
              <a:rPr sz="900" dirty="0"/>
              <a:t>  •  Smart India Hackathon 2026  •  Problem Statement 26027</a:t>
            </a:r>
          </a:p>
        </p:txBody>
      </p: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B5D8BA62-7A18-D9BB-DC2C-40748A04E0A5}"/>
              </a:ext>
            </a:extLst>
          </p:cNvPr>
          <p:cNvSpPr txBox="1">
            <a:spLocks/>
          </p:cNvSpPr>
          <p:nvPr/>
        </p:nvSpPr>
        <p:spPr>
          <a:xfrm>
            <a:off x="9345136" y="6730370"/>
            <a:ext cx="2844800" cy="11037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1480" y="420624"/>
            <a:ext cx="1106424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2000" b="1">
                <a:solidFill>
                  <a:srgbClr val="0C2A53"/>
                </a:solidFill>
                <a:latin typeface="Aptos"/>
              </a:defRPr>
            </a:pPr>
            <a:r>
              <a:rPr dirty="0" err="1"/>
              <a:t>RailSahayak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28637" y="751652"/>
            <a:ext cx="110185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869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AI-assisted block planning to improve asset availability while minimizing disruption to train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78243"/>
            <a:ext cx="208361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21207" y="1178827"/>
            <a:ext cx="1026783" cy="256032"/>
          </a:xfrm>
          <a:prstGeom prst="roundRect">
            <a:avLst/>
          </a:prstGeom>
          <a:solidFill>
            <a:srgbClr val="1F66B4"/>
          </a:solidFill>
          <a:ln w="10160">
            <a:solidFill>
              <a:srgbClr val="1F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" y="1179250"/>
            <a:ext cx="990206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rPr sz="1000" dirty="0"/>
              <a:t>COORDINATE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471435"/>
            <a:ext cx="224942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70" b="0">
                <a:solidFill>
                  <a:srgbClr val="526276"/>
                </a:solidFill>
                <a:latin typeface="Aptos"/>
              </a:defRPr>
            </a:pPr>
            <a:r>
              <a:rPr sz="900"/>
              <a:t>Bring maintenance requests together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5166" y="1078243"/>
            <a:ext cx="2221421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84894" y="1178827"/>
            <a:ext cx="1026783" cy="256032"/>
          </a:xfrm>
          <a:prstGeom prst="roundRect">
            <a:avLst/>
          </a:prstGeom>
          <a:solidFill>
            <a:srgbClr val="189E7D"/>
          </a:solidFill>
          <a:ln w="10160">
            <a:solidFill>
              <a:srgbClr val="189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21471" y="1179250"/>
            <a:ext cx="768096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rPr sz="1000" dirty="0"/>
              <a:t>OPTIMIZE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4895" y="1471435"/>
            <a:ext cx="224942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70" b="0">
                <a:solidFill>
                  <a:srgbClr val="526276"/>
                </a:solidFill>
                <a:latin typeface="Aptos"/>
              </a:defRPr>
            </a:pPr>
            <a:r>
              <a:rPr sz="900"/>
              <a:t>Find feasible, high-value block 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9489" y="1096531"/>
            <a:ext cx="224942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69216" y="1197115"/>
            <a:ext cx="1026783" cy="256032"/>
          </a:xfrm>
          <a:prstGeom prst="roundRect">
            <a:avLst/>
          </a:prstGeom>
          <a:solidFill>
            <a:srgbClr val="0C2A53"/>
          </a:solidFill>
          <a:ln w="10160">
            <a:solidFill>
              <a:srgbClr val="0C2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05793" y="1197538"/>
            <a:ext cx="768096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rPr sz="1000"/>
              <a:t>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9217" y="1489723"/>
            <a:ext cx="224942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70" b="0">
                <a:solidFill>
                  <a:srgbClr val="526276"/>
                </a:solidFill>
                <a:latin typeface="Aptos"/>
              </a:defRPr>
            </a:pPr>
            <a:r>
              <a:rPr sz="900"/>
              <a:t>Keep authorized railway staff in the loop</a:t>
            </a:r>
          </a:p>
        </p:txBody>
      </p:sp>
      <p:pic>
        <p:nvPicPr>
          <p:cNvPr id="24" name="Picture 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1207008"/>
            <a:ext cx="4431399" cy="48920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662869" y="5922090"/>
            <a:ext cx="4128516" cy="58452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655" b="0">
                <a:solidFill>
                  <a:srgbClr val="526276"/>
                </a:solidFill>
                <a:latin typeface="Aptos"/>
              </a:defRPr>
            </a:pPr>
            <a:r>
              <a:rPr dirty="0"/>
              <a:t>Concept benefits carried from the original solution: </a:t>
            </a:r>
            <a:br>
              <a:rPr lang="en-US" dirty="0"/>
            </a:br>
            <a:br>
              <a:rPr lang="en-US" dirty="0"/>
            </a:br>
            <a:r>
              <a:rPr lang="en-IN" dirty="0"/>
              <a:t>• </a:t>
            </a:r>
            <a:r>
              <a:rPr dirty="0"/>
              <a:t>coordinated maintenance blocks </a:t>
            </a:r>
            <a:r>
              <a:rPr lang="en-US" dirty="0"/>
              <a:t>           </a:t>
            </a:r>
            <a:r>
              <a:rPr dirty="0"/>
              <a:t>• reduced repeated closures </a:t>
            </a:r>
            <a:r>
              <a:rPr lang="en-US" dirty="0"/>
              <a:t>              </a:t>
            </a:r>
            <a:r>
              <a:rPr dirty="0"/>
              <a:t>• minimized train disruption</a:t>
            </a:r>
            <a:br>
              <a:rPr lang="en-US" dirty="0"/>
            </a:br>
            <a:r>
              <a:rPr dirty="0"/>
              <a:t>• better asset availability </a:t>
            </a:r>
            <a:r>
              <a:rPr lang="en-US" dirty="0"/>
              <a:t>                               </a:t>
            </a:r>
            <a:r>
              <a:rPr dirty="0"/>
              <a:t>• weather-aware safer planning </a:t>
            </a:r>
            <a:r>
              <a:rPr lang="en-US" dirty="0"/>
              <a:t>         </a:t>
            </a:r>
            <a:r>
              <a:rPr dirty="0"/>
              <a:t>• low-connectivity communication • efficient crew / resource 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652260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80">
                <a:solidFill>
                  <a:srgbClr val="FFFFFF"/>
                </a:solidFill>
                <a:latin typeface="Aptos"/>
              </a:defRPr>
            </a:pPr>
            <a:r>
              <a:t>1 / 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BFBE58-0C12-3491-290C-1D1F2973428F}"/>
              </a:ext>
            </a:extLst>
          </p:cNvPr>
          <p:cNvSpPr txBox="1"/>
          <p:nvPr/>
        </p:nvSpPr>
        <p:spPr>
          <a:xfrm>
            <a:off x="411480" y="1974355"/>
            <a:ext cx="5276088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2000" b="1">
                <a:solidFill>
                  <a:srgbClr val="0C2A53"/>
                </a:solidFill>
                <a:latin typeface="Aptos"/>
              </a:defRPr>
            </a:pPr>
            <a:r>
              <a:rPr sz="1400" dirty="0"/>
              <a:t>How </a:t>
            </a:r>
            <a:r>
              <a:rPr sz="1400" dirty="0" err="1"/>
              <a:t>RailSahayak</a:t>
            </a:r>
            <a:r>
              <a:rPr sz="1400" dirty="0"/>
              <a:t> turns competing requests into a feasible plan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77551C-AE84-4C5A-CDF7-05D58B943BB3}"/>
              </a:ext>
            </a:extLst>
          </p:cNvPr>
          <p:cNvSpPr txBox="1"/>
          <p:nvPr/>
        </p:nvSpPr>
        <p:spPr>
          <a:xfrm>
            <a:off x="457200" y="2257819"/>
            <a:ext cx="604723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869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Three jobs work together: </a:t>
            </a:r>
            <a:r>
              <a:rPr sz="900" b="1" dirty="0"/>
              <a:t>understand priority</a:t>
            </a:r>
            <a:r>
              <a:rPr sz="900" dirty="0"/>
              <a:t>, anticipate operating context, then solve the constrained scheduling problem — with the authorized railway official making the final call.</a:t>
            </a:r>
          </a:p>
        </p:txBody>
      </p:sp>
      <p:sp>
        <p:nvSpPr>
          <p:cNvPr id="45" name="Rounded Rectangle 6">
            <a:extLst>
              <a:ext uri="{FF2B5EF4-FFF2-40B4-BE49-F238E27FC236}">
                <a16:creationId xmlns:a16="http://schemas.microsoft.com/office/drawing/2014/main" id="{E3D24DB0-83F9-161B-7B04-980CAFB7A077}"/>
              </a:ext>
            </a:extLst>
          </p:cNvPr>
          <p:cNvSpPr/>
          <p:nvPr/>
        </p:nvSpPr>
        <p:spPr>
          <a:xfrm>
            <a:off x="400499" y="2639406"/>
            <a:ext cx="1438369" cy="46111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7">
            <a:extLst>
              <a:ext uri="{FF2B5EF4-FFF2-40B4-BE49-F238E27FC236}">
                <a16:creationId xmlns:a16="http://schemas.microsoft.com/office/drawing/2014/main" id="{4355A37F-3DFA-9E63-2BDA-03E43F105107}"/>
              </a:ext>
            </a:extLst>
          </p:cNvPr>
          <p:cNvSpPr/>
          <p:nvPr/>
        </p:nvSpPr>
        <p:spPr>
          <a:xfrm>
            <a:off x="520077" y="2747023"/>
            <a:ext cx="219456" cy="256032"/>
          </a:xfrm>
          <a:prstGeom prst="roundRect">
            <a:avLst/>
          </a:prstGeom>
          <a:solidFill>
            <a:srgbClr val="1F66B4"/>
          </a:solidFill>
          <a:ln w="10160">
            <a:solidFill>
              <a:srgbClr val="1F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E8EDEA-C232-785F-8CF2-84F9369404DC}"/>
              </a:ext>
            </a:extLst>
          </p:cNvPr>
          <p:cNvSpPr txBox="1"/>
          <p:nvPr/>
        </p:nvSpPr>
        <p:spPr>
          <a:xfrm>
            <a:off x="556653" y="2779027"/>
            <a:ext cx="146303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4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11D78A-EDC4-A911-9471-3206D21514E8}"/>
              </a:ext>
            </a:extLst>
          </p:cNvPr>
          <p:cNvSpPr txBox="1"/>
          <p:nvPr/>
        </p:nvSpPr>
        <p:spPr>
          <a:xfrm>
            <a:off x="764381" y="2701260"/>
            <a:ext cx="1280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00" b="1">
                <a:solidFill>
                  <a:srgbClr val="1F66B4"/>
                </a:solidFill>
                <a:latin typeface="Aptos"/>
              </a:defRPr>
            </a:pPr>
            <a:r>
              <a:rPr sz="900"/>
              <a:t>REQUESTS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909872-AF8F-E2CE-46E2-DCEBAC7F63EA}"/>
              </a:ext>
            </a:extLst>
          </p:cNvPr>
          <p:cNvSpPr txBox="1"/>
          <p:nvPr/>
        </p:nvSpPr>
        <p:spPr>
          <a:xfrm>
            <a:off x="751651" y="2854331"/>
            <a:ext cx="157276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680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TMS • SMMS • TDMS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47EE4891-AAFF-75C2-8545-08F8A01ECF50}"/>
              </a:ext>
            </a:extLst>
          </p:cNvPr>
          <p:cNvSpPr/>
          <p:nvPr/>
        </p:nvSpPr>
        <p:spPr>
          <a:xfrm>
            <a:off x="401747" y="3162606"/>
            <a:ext cx="1452510" cy="57150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EDE43BEB-E201-8420-0E6C-5120D2E7E2CA}"/>
              </a:ext>
            </a:extLst>
          </p:cNvPr>
          <p:cNvSpPr/>
          <p:nvPr/>
        </p:nvSpPr>
        <p:spPr>
          <a:xfrm>
            <a:off x="507491" y="3279527"/>
            <a:ext cx="219456" cy="256032"/>
          </a:xfrm>
          <a:prstGeom prst="roundRect">
            <a:avLst/>
          </a:prstGeom>
          <a:solidFill>
            <a:srgbClr val="1A97C9"/>
          </a:solidFill>
          <a:ln w="10160">
            <a:solidFill>
              <a:srgbClr val="1A9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842850-9DC6-F834-9470-72FAA2384573}"/>
              </a:ext>
            </a:extLst>
          </p:cNvPr>
          <p:cNvSpPr txBox="1"/>
          <p:nvPr/>
        </p:nvSpPr>
        <p:spPr>
          <a:xfrm>
            <a:off x="544067" y="3311531"/>
            <a:ext cx="146303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4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EDB138-991F-51BB-32BF-AF5E03415C6E}"/>
              </a:ext>
            </a:extLst>
          </p:cNvPr>
          <p:cNvSpPr txBox="1"/>
          <p:nvPr/>
        </p:nvSpPr>
        <p:spPr>
          <a:xfrm>
            <a:off x="748402" y="3251417"/>
            <a:ext cx="1280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00" b="1">
                <a:solidFill>
                  <a:srgbClr val="1A97C9"/>
                </a:solidFill>
                <a:latin typeface="Aptos"/>
              </a:defRPr>
            </a:pPr>
            <a:r>
              <a:rPr sz="900" dirty="0"/>
              <a:t>CONTEXT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B17EFE-B4FF-EEAB-EB4B-65E9647D301D}"/>
              </a:ext>
            </a:extLst>
          </p:cNvPr>
          <p:cNvSpPr txBox="1"/>
          <p:nvPr/>
        </p:nvSpPr>
        <p:spPr>
          <a:xfrm>
            <a:off x="751651" y="3386835"/>
            <a:ext cx="1111278" cy="4709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80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Timetable • freight • weather</a:t>
            </a:r>
          </a:p>
        </p:txBody>
      </p:sp>
      <p:sp>
        <p:nvSpPr>
          <p:cNvPr id="57" name="Rounded Rectangle 18">
            <a:extLst>
              <a:ext uri="{FF2B5EF4-FFF2-40B4-BE49-F238E27FC236}">
                <a16:creationId xmlns:a16="http://schemas.microsoft.com/office/drawing/2014/main" id="{820E7DC6-7582-FC44-198C-DC5F357303FE}"/>
              </a:ext>
            </a:extLst>
          </p:cNvPr>
          <p:cNvSpPr/>
          <p:nvPr/>
        </p:nvSpPr>
        <p:spPr>
          <a:xfrm>
            <a:off x="428637" y="3810093"/>
            <a:ext cx="1457646" cy="551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19">
            <a:extLst>
              <a:ext uri="{FF2B5EF4-FFF2-40B4-BE49-F238E27FC236}">
                <a16:creationId xmlns:a16="http://schemas.microsoft.com/office/drawing/2014/main" id="{CD30ABC0-5BFA-BED5-2696-3DEB1B2C91C6}"/>
              </a:ext>
            </a:extLst>
          </p:cNvPr>
          <p:cNvSpPr/>
          <p:nvPr/>
        </p:nvSpPr>
        <p:spPr>
          <a:xfrm>
            <a:off x="502920" y="3939085"/>
            <a:ext cx="219456" cy="256032"/>
          </a:xfrm>
          <a:prstGeom prst="roundRect">
            <a:avLst/>
          </a:prstGeom>
          <a:solidFill>
            <a:srgbClr val="E18823"/>
          </a:solidFill>
          <a:ln w="10160">
            <a:solidFill>
              <a:srgbClr val="E1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00F167-636A-F53A-BBAB-2206053F3029}"/>
              </a:ext>
            </a:extLst>
          </p:cNvPr>
          <p:cNvSpPr txBox="1"/>
          <p:nvPr/>
        </p:nvSpPr>
        <p:spPr>
          <a:xfrm>
            <a:off x="539496" y="3971089"/>
            <a:ext cx="146303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4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F2EAA0-6468-9B53-36C7-89597B92FBD7}"/>
              </a:ext>
            </a:extLst>
          </p:cNvPr>
          <p:cNvSpPr txBox="1"/>
          <p:nvPr/>
        </p:nvSpPr>
        <p:spPr>
          <a:xfrm>
            <a:off x="751651" y="3862194"/>
            <a:ext cx="1280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00" b="1">
                <a:solidFill>
                  <a:srgbClr val="E18823"/>
                </a:solidFill>
                <a:latin typeface="Aptos"/>
              </a:defRPr>
            </a:pPr>
            <a:r>
              <a:rPr sz="900" dirty="0"/>
              <a:t>PRIORITIZE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1449098-FEA9-54DE-929F-26A7C9A4C253}"/>
              </a:ext>
            </a:extLst>
          </p:cNvPr>
          <p:cNvSpPr txBox="1"/>
          <p:nvPr/>
        </p:nvSpPr>
        <p:spPr>
          <a:xfrm>
            <a:off x="766888" y="3993169"/>
            <a:ext cx="1071980" cy="2903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80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Criticality • urgency • impact</a:t>
            </a:r>
          </a:p>
        </p:txBody>
      </p:sp>
      <p:sp>
        <p:nvSpPr>
          <p:cNvPr id="63" name="Rounded Rectangle 24">
            <a:extLst>
              <a:ext uri="{FF2B5EF4-FFF2-40B4-BE49-F238E27FC236}">
                <a16:creationId xmlns:a16="http://schemas.microsoft.com/office/drawing/2014/main" id="{54963285-355E-C9D8-C719-3DE2C6446BE1}"/>
              </a:ext>
            </a:extLst>
          </p:cNvPr>
          <p:cNvSpPr/>
          <p:nvPr/>
        </p:nvSpPr>
        <p:spPr>
          <a:xfrm>
            <a:off x="396611" y="4443676"/>
            <a:ext cx="1457646" cy="50922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25">
            <a:extLst>
              <a:ext uri="{FF2B5EF4-FFF2-40B4-BE49-F238E27FC236}">
                <a16:creationId xmlns:a16="http://schemas.microsoft.com/office/drawing/2014/main" id="{CC3E7AC5-8D0D-088E-20A4-41BB4BE6BE05}"/>
              </a:ext>
            </a:extLst>
          </p:cNvPr>
          <p:cNvSpPr/>
          <p:nvPr/>
        </p:nvSpPr>
        <p:spPr>
          <a:xfrm>
            <a:off x="502920" y="4566927"/>
            <a:ext cx="219456" cy="256032"/>
          </a:xfrm>
          <a:prstGeom prst="roundRect">
            <a:avLst/>
          </a:prstGeom>
          <a:solidFill>
            <a:srgbClr val="6952B0"/>
          </a:solidFill>
          <a:ln w="10160">
            <a:solidFill>
              <a:srgbClr val="69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A7D01C-AADD-F23F-4034-A1BCD65A8780}"/>
              </a:ext>
            </a:extLst>
          </p:cNvPr>
          <p:cNvSpPr txBox="1"/>
          <p:nvPr/>
        </p:nvSpPr>
        <p:spPr>
          <a:xfrm>
            <a:off x="539496" y="4598931"/>
            <a:ext cx="146303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4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CD8D281-7272-55BD-4296-D442F6F33D7B}"/>
              </a:ext>
            </a:extLst>
          </p:cNvPr>
          <p:cNvSpPr txBox="1"/>
          <p:nvPr/>
        </p:nvSpPr>
        <p:spPr>
          <a:xfrm>
            <a:off x="766888" y="4478312"/>
            <a:ext cx="1280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00" b="1">
                <a:solidFill>
                  <a:srgbClr val="6952B0"/>
                </a:solidFill>
                <a:latin typeface="Aptos"/>
              </a:defRPr>
            </a:pPr>
            <a:r>
              <a:rPr sz="900" dirty="0"/>
              <a:t>OPTIMIZE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C6099F-76C4-D5F7-A6CB-147ACAB5716F}"/>
              </a:ext>
            </a:extLst>
          </p:cNvPr>
          <p:cNvSpPr txBox="1"/>
          <p:nvPr/>
        </p:nvSpPr>
        <p:spPr>
          <a:xfrm>
            <a:off x="779791" y="4627088"/>
            <a:ext cx="1017444" cy="3086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80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Constraint-based scheduling</a:t>
            </a:r>
          </a:p>
        </p:txBody>
      </p:sp>
      <p:sp>
        <p:nvSpPr>
          <p:cNvPr id="69" name="Rounded Rectangle 30">
            <a:extLst>
              <a:ext uri="{FF2B5EF4-FFF2-40B4-BE49-F238E27FC236}">
                <a16:creationId xmlns:a16="http://schemas.microsoft.com/office/drawing/2014/main" id="{7CB30B9D-C59D-F1F4-EBE4-78E1DC8923F0}"/>
              </a:ext>
            </a:extLst>
          </p:cNvPr>
          <p:cNvSpPr/>
          <p:nvPr/>
        </p:nvSpPr>
        <p:spPr>
          <a:xfrm>
            <a:off x="400499" y="5010557"/>
            <a:ext cx="1461512" cy="50755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31">
            <a:extLst>
              <a:ext uri="{FF2B5EF4-FFF2-40B4-BE49-F238E27FC236}">
                <a16:creationId xmlns:a16="http://schemas.microsoft.com/office/drawing/2014/main" id="{7CB89558-08BC-EB29-C55B-1CCC10A0BC5C}"/>
              </a:ext>
            </a:extLst>
          </p:cNvPr>
          <p:cNvSpPr/>
          <p:nvPr/>
        </p:nvSpPr>
        <p:spPr>
          <a:xfrm>
            <a:off x="499478" y="5133808"/>
            <a:ext cx="219456" cy="256032"/>
          </a:xfrm>
          <a:prstGeom prst="roundRect">
            <a:avLst/>
          </a:prstGeom>
          <a:solidFill>
            <a:srgbClr val="0C2A53"/>
          </a:solidFill>
          <a:ln w="10160">
            <a:solidFill>
              <a:srgbClr val="0C2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CDDF25-F022-2D9E-7465-101F20F9B370}"/>
              </a:ext>
            </a:extLst>
          </p:cNvPr>
          <p:cNvSpPr txBox="1"/>
          <p:nvPr/>
        </p:nvSpPr>
        <p:spPr>
          <a:xfrm>
            <a:off x="536054" y="5165812"/>
            <a:ext cx="146303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4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7A9F06-7447-6474-AC8B-0E717F8CE081}"/>
              </a:ext>
            </a:extLst>
          </p:cNvPr>
          <p:cNvSpPr txBox="1"/>
          <p:nvPr/>
        </p:nvSpPr>
        <p:spPr>
          <a:xfrm>
            <a:off x="748402" y="5088088"/>
            <a:ext cx="1280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00" b="1">
                <a:solidFill>
                  <a:srgbClr val="0C2A53"/>
                </a:solidFill>
                <a:latin typeface="Aptos"/>
              </a:defRPr>
            </a:pPr>
            <a:r>
              <a:rPr sz="900" dirty="0"/>
              <a:t>REVIEW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4FE2B6-658B-E4AC-7EE5-4E969211537E}"/>
              </a:ext>
            </a:extLst>
          </p:cNvPr>
          <p:cNvSpPr txBox="1"/>
          <p:nvPr/>
        </p:nvSpPr>
        <p:spPr>
          <a:xfrm>
            <a:off x="731052" y="5252680"/>
            <a:ext cx="157276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680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Chief Controller</a:t>
            </a:r>
          </a:p>
        </p:txBody>
      </p:sp>
      <p:sp>
        <p:nvSpPr>
          <p:cNvPr id="75" name="Rounded Rectangle 36">
            <a:extLst>
              <a:ext uri="{FF2B5EF4-FFF2-40B4-BE49-F238E27FC236}">
                <a16:creationId xmlns:a16="http://schemas.microsoft.com/office/drawing/2014/main" id="{E006B321-4ABA-4493-BF76-E250E9696AEF}"/>
              </a:ext>
            </a:extLst>
          </p:cNvPr>
          <p:cNvSpPr/>
          <p:nvPr/>
        </p:nvSpPr>
        <p:spPr>
          <a:xfrm>
            <a:off x="393075" y="5573460"/>
            <a:ext cx="1469854" cy="4920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37">
            <a:extLst>
              <a:ext uri="{FF2B5EF4-FFF2-40B4-BE49-F238E27FC236}">
                <a16:creationId xmlns:a16="http://schemas.microsoft.com/office/drawing/2014/main" id="{1EAC1CF9-27F1-73BF-36A9-2A7D45F51EA1}"/>
              </a:ext>
            </a:extLst>
          </p:cNvPr>
          <p:cNvSpPr/>
          <p:nvPr/>
        </p:nvSpPr>
        <p:spPr>
          <a:xfrm>
            <a:off x="492055" y="5696711"/>
            <a:ext cx="219456" cy="256032"/>
          </a:xfrm>
          <a:prstGeom prst="roundRect">
            <a:avLst/>
          </a:prstGeom>
          <a:solidFill>
            <a:srgbClr val="189E7D"/>
          </a:solidFill>
          <a:ln w="10160">
            <a:solidFill>
              <a:srgbClr val="189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D356B1B-BD1B-6E5C-B2D8-6134431E063E}"/>
              </a:ext>
            </a:extLst>
          </p:cNvPr>
          <p:cNvSpPr txBox="1"/>
          <p:nvPr/>
        </p:nvSpPr>
        <p:spPr>
          <a:xfrm>
            <a:off x="528631" y="5728715"/>
            <a:ext cx="146303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4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20637C-A9AA-3BC5-2450-0DA004E57BCB}"/>
              </a:ext>
            </a:extLst>
          </p:cNvPr>
          <p:cNvSpPr txBox="1"/>
          <p:nvPr/>
        </p:nvSpPr>
        <p:spPr>
          <a:xfrm>
            <a:off x="740260" y="5662468"/>
            <a:ext cx="1280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00" b="1">
                <a:solidFill>
                  <a:srgbClr val="189E7D"/>
                </a:solidFill>
                <a:latin typeface="Aptos"/>
              </a:defRPr>
            </a:pPr>
            <a:r>
              <a:rPr sz="900" dirty="0"/>
              <a:t>EXECUTE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B581C99-2C73-EBA6-BC3B-EDF097DC0DF5}"/>
              </a:ext>
            </a:extLst>
          </p:cNvPr>
          <p:cNvSpPr txBox="1"/>
          <p:nvPr/>
        </p:nvSpPr>
        <p:spPr>
          <a:xfrm>
            <a:off x="751452" y="5815103"/>
            <a:ext cx="157276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680" b="0">
                <a:solidFill>
                  <a:srgbClr val="526276"/>
                </a:solidFill>
                <a:latin typeface="Aptos"/>
              </a:defRPr>
            </a:pPr>
            <a:r>
              <a:rPr sz="900"/>
              <a:t>Field communication</a:t>
            </a:r>
          </a:p>
        </p:txBody>
      </p:sp>
      <p:sp>
        <p:nvSpPr>
          <p:cNvPr id="80" name="Rounded Rectangle 41">
            <a:extLst>
              <a:ext uri="{FF2B5EF4-FFF2-40B4-BE49-F238E27FC236}">
                <a16:creationId xmlns:a16="http://schemas.microsoft.com/office/drawing/2014/main" id="{4FEA0A06-8319-64F3-AC38-854C7C8B0904}"/>
              </a:ext>
            </a:extLst>
          </p:cNvPr>
          <p:cNvSpPr/>
          <p:nvPr/>
        </p:nvSpPr>
        <p:spPr>
          <a:xfrm>
            <a:off x="2204539" y="2656283"/>
            <a:ext cx="4590288" cy="1481328"/>
          </a:xfrm>
          <a:prstGeom prst="roundRect">
            <a:avLst>
              <a:gd name="adj" fmla="val 12209"/>
            </a:avLst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C133D10-2505-8230-8A68-B504C48D2EB5}"/>
              </a:ext>
            </a:extLst>
          </p:cNvPr>
          <p:cNvSpPr txBox="1"/>
          <p:nvPr/>
        </p:nvSpPr>
        <p:spPr>
          <a:xfrm>
            <a:off x="2309446" y="2714438"/>
            <a:ext cx="4206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800" b="1">
                <a:solidFill>
                  <a:srgbClr val="1F66B4"/>
                </a:solidFill>
                <a:latin typeface="Aptos"/>
              </a:defRPr>
            </a:pPr>
            <a:r>
              <a:rPr sz="1000" dirty="0"/>
              <a:t>PRIORITY SCORE  |  WHY BLEND RULES + ML?</a:t>
            </a:r>
          </a:p>
        </p:txBody>
      </p:sp>
      <p:sp>
        <p:nvSpPr>
          <p:cNvPr id="82" name="Rounded Rectangle 43">
            <a:extLst>
              <a:ext uri="{FF2B5EF4-FFF2-40B4-BE49-F238E27FC236}">
                <a16:creationId xmlns:a16="http://schemas.microsoft.com/office/drawing/2014/main" id="{31A4457B-7AE4-533D-181A-F4111B5213B6}"/>
              </a:ext>
            </a:extLst>
          </p:cNvPr>
          <p:cNvSpPr/>
          <p:nvPr/>
        </p:nvSpPr>
        <p:spPr>
          <a:xfrm>
            <a:off x="2382451" y="3016963"/>
            <a:ext cx="914400" cy="256032"/>
          </a:xfrm>
          <a:prstGeom prst="roundRect">
            <a:avLst/>
          </a:prstGeom>
          <a:solidFill>
            <a:srgbClr val="E7F0FA"/>
          </a:solidFill>
          <a:ln w="1016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7026CD3-0DCC-F1A1-066C-554FDF598B09}"/>
              </a:ext>
            </a:extLst>
          </p:cNvPr>
          <p:cNvSpPr txBox="1"/>
          <p:nvPr/>
        </p:nvSpPr>
        <p:spPr>
          <a:xfrm>
            <a:off x="2419027" y="3025080"/>
            <a:ext cx="841248" cy="21236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60" b="1">
                <a:solidFill>
                  <a:srgbClr val="0C2A53"/>
                </a:solidFill>
                <a:latin typeface="Aptos"/>
              </a:defRPr>
            </a:pPr>
            <a:r>
              <a:rPr sz="900" dirty="0"/>
              <a:t>TASK DATA</a:t>
            </a:r>
          </a:p>
        </p:txBody>
      </p:sp>
      <p:cxnSp>
        <p:nvCxnSpPr>
          <p:cNvPr id="84" name="Connector 45">
            <a:extLst>
              <a:ext uri="{FF2B5EF4-FFF2-40B4-BE49-F238E27FC236}">
                <a16:creationId xmlns:a16="http://schemas.microsoft.com/office/drawing/2014/main" id="{86E1C830-17B4-013B-8AD1-9832443ACBB7}"/>
              </a:ext>
            </a:extLst>
          </p:cNvPr>
          <p:cNvCxnSpPr/>
          <p:nvPr/>
        </p:nvCxnSpPr>
        <p:spPr>
          <a:xfrm>
            <a:off x="3315139" y="3169242"/>
            <a:ext cx="292608" cy="0"/>
          </a:xfrm>
          <a:prstGeom prst="line">
            <a:avLst/>
          </a:prstGeom>
          <a:ln w="13970">
            <a:solidFill>
              <a:srgbClr val="1F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46">
            <a:extLst>
              <a:ext uri="{FF2B5EF4-FFF2-40B4-BE49-F238E27FC236}">
                <a16:creationId xmlns:a16="http://schemas.microsoft.com/office/drawing/2014/main" id="{6284EFFD-4521-FAE9-F64D-0251B257D310}"/>
              </a:ext>
            </a:extLst>
          </p:cNvPr>
          <p:cNvSpPr/>
          <p:nvPr/>
        </p:nvSpPr>
        <p:spPr>
          <a:xfrm>
            <a:off x="3635178" y="2976323"/>
            <a:ext cx="1170432" cy="333756"/>
          </a:xfrm>
          <a:prstGeom prst="roundRect">
            <a:avLst/>
          </a:prstGeom>
          <a:solidFill>
            <a:srgbClr val="FFF4E4"/>
          </a:solidFill>
          <a:ln w="10160">
            <a:solidFill>
              <a:srgbClr val="E1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4DDBDC3-BB44-EA7F-4ACA-FB6F925ED908}"/>
              </a:ext>
            </a:extLst>
          </p:cNvPr>
          <p:cNvSpPr txBox="1"/>
          <p:nvPr/>
        </p:nvSpPr>
        <p:spPr>
          <a:xfrm>
            <a:off x="3680899" y="3031187"/>
            <a:ext cx="10789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ctr">
              <a:defRPr sz="710" b="1">
                <a:solidFill>
                  <a:srgbClr val="E18823"/>
                </a:solidFill>
                <a:latin typeface="Aptos"/>
              </a:defRPr>
            </a:pPr>
            <a:r>
              <a:rPr sz="900" dirty="0"/>
              <a:t>RULE SCORER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C59BE0-4A0D-78DD-9D61-B81EE55B3060}"/>
              </a:ext>
            </a:extLst>
          </p:cNvPr>
          <p:cNvSpPr txBox="1"/>
          <p:nvPr/>
        </p:nvSpPr>
        <p:spPr>
          <a:xfrm>
            <a:off x="3680899" y="3141396"/>
            <a:ext cx="1165666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ctr">
              <a:defRPr sz="590" b="0">
                <a:solidFill>
                  <a:srgbClr val="526276"/>
                </a:solidFill>
                <a:latin typeface="Aptos"/>
              </a:defRPr>
            </a:pPr>
            <a:r>
              <a:rPr sz="900" dirty="0" err="1"/>
              <a:t>rule_score</a:t>
            </a:r>
            <a:r>
              <a:rPr sz="900" dirty="0"/>
              <a:t> 0–10</a:t>
            </a:r>
          </a:p>
        </p:txBody>
      </p:sp>
      <p:cxnSp>
        <p:nvCxnSpPr>
          <p:cNvPr id="88" name="Connector 49">
            <a:extLst>
              <a:ext uri="{FF2B5EF4-FFF2-40B4-BE49-F238E27FC236}">
                <a16:creationId xmlns:a16="http://schemas.microsoft.com/office/drawing/2014/main" id="{08C55B32-20FE-2914-203D-8EBBA0B43F80}"/>
              </a:ext>
            </a:extLst>
          </p:cNvPr>
          <p:cNvCxnSpPr/>
          <p:nvPr/>
        </p:nvCxnSpPr>
        <p:spPr>
          <a:xfrm>
            <a:off x="4823899" y="3140083"/>
            <a:ext cx="210312" cy="0"/>
          </a:xfrm>
          <a:prstGeom prst="line">
            <a:avLst/>
          </a:prstGeom>
          <a:ln w="1270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50">
            <a:extLst>
              <a:ext uri="{FF2B5EF4-FFF2-40B4-BE49-F238E27FC236}">
                <a16:creationId xmlns:a16="http://schemas.microsoft.com/office/drawing/2014/main" id="{F3E451CE-F359-85F9-74AA-2F957EC4A4F1}"/>
              </a:ext>
            </a:extLst>
          </p:cNvPr>
          <p:cNvSpPr/>
          <p:nvPr/>
        </p:nvSpPr>
        <p:spPr>
          <a:xfrm>
            <a:off x="5070787" y="2956659"/>
            <a:ext cx="1316736" cy="335208"/>
          </a:xfrm>
          <a:prstGeom prst="roundRect">
            <a:avLst/>
          </a:prstGeom>
          <a:solidFill>
            <a:srgbClr val="EFEBFA"/>
          </a:solidFill>
          <a:ln w="10160">
            <a:solidFill>
              <a:srgbClr val="69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32B38FB-4507-E713-C876-17DFB6BDAA7A}"/>
              </a:ext>
            </a:extLst>
          </p:cNvPr>
          <p:cNvSpPr txBox="1"/>
          <p:nvPr/>
        </p:nvSpPr>
        <p:spPr>
          <a:xfrm>
            <a:off x="5107363" y="3007718"/>
            <a:ext cx="1243584" cy="1810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ctr">
              <a:defRPr sz="680" b="1">
                <a:solidFill>
                  <a:srgbClr val="6952B0"/>
                </a:solidFill>
                <a:latin typeface="Aptos"/>
              </a:defRPr>
            </a:pPr>
            <a:r>
              <a:rPr sz="900" dirty="0"/>
              <a:t>ML ESCALATION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FE89FC-0878-B9C3-2E37-2F6D5D45BD64}"/>
              </a:ext>
            </a:extLst>
          </p:cNvPr>
          <p:cNvSpPr txBox="1"/>
          <p:nvPr/>
        </p:nvSpPr>
        <p:spPr>
          <a:xfrm>
            <a:off x="5098068" y="3140083"/>
            <a:ext cx="1343480" cy="16093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ctr">
              <a:defRPr sz="590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probability 0–1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736778E-12FA-E30D-6FCB-22B068DC9E2C}"/>
              </a:ext>
            </a:extLst>
          </p:cNvPr>
          <p:cNvSpPr txBox="1"/>
          <p:nvPr/>
        </p:nvSpPr>
        <p:spPr>
          <a:xfrm>
            <a:off x="2400738" y="3406986"/>
            <a:ext cx="4425581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30" b="1">
                <a:solidFill>
                  <a:srgbClr val="18263A"/>
                </a:solidFill>
                <a:latin typeface="Aptos"/>
              </a:defRPr>
            </a:pPr>
            <a:r>
              <a:rPr sz="900" dirty="0"/>
              <a:t>Final Priority Score = blend of both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8322F60-E5C5-6351-2028-59FD11574D2B}"/>
              </a:ext>
            </a:extLst>
          </p:cNvPr>
          <p:cNvSpPr txBox="1"/>
          <p:nvPr/>
        </p:nvSpPr>
        <p:spPr>
          <a:xfrm>
            <a:off x="2387714" y="3568446"/>
            <a:ext cx="1874519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70" b="1">
                <a:solidFill>
                  <a:srgbClr val="E18823"/>
                </a:solidFill>
                <a:latin typeface="Aptos"/>
              </a:defRPr>
            </a:pPr>
            <a:r>
              <a:rPr sz="1000"/>
              <a:t>RULE-BASED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507366F-B4B0-0498-F443-DEF73A464C7E}"/>
              </a:ext>
            </a:extLst>
          </p:cNvPr>
          <p:cNvSpPr txBox="1"/>
          <p:nvPr/>
        </p:nvSpPr>
        <p:spPr>
          <a:xfrm>
            <a:off x="4224998" y="3577098"/>
            <a:ext cx="1901952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70" b="1">
                <a:solidFill>
                  <a:srgbClr val="6952B0"/>
                </a:solidFill>
                <a:latin typeface="Aptos"/>
              </a:defRPr>
            </a:pPr>
            <a:r>
              <a:rPr sz="1000" dirty="0"/>
              <a:t>ML  |  ESCALATION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8EC14E3-DFF0-00FD-EE2D-9CE18CBCB058}"/>
              </a:ext>
            </a:extLst>
          </p:cNvPr>
          <p:cNvSpPr txBox="1"/>
          <p:nvPr/>
        </p:nvSpPr>
        <p:spPr>
          <a:xfrm>
            <a:off x="4218432" y="3716661"/>
            <a:ext cx="2612866" cy="30268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545" b="0">
                <a:solidFill>
                  <a:srgbClr val="526276"/>
                </a:solidFill>
                <a:latin typeface="Aptos"/>
              </a:defRPr>
            </a:pPr>
            <a:r>
              <a:rPr sz="800" dirty="0"/>
              <a:t>Past-failure patterns add a data-driven adjustment; </a:t>
            </a:r>
            <a:br>
              <a:rPr lang="en-US" sz="800" dirty="0"/>
            </a:br>
            <a:r>
              <a:rPr sz="800" dirty="0"/>
              <a:t>catches asset + season + traffic combinations.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7AE3C35-C636-3983-BA83-A128FF692C3F}"/>
              </a:ext>
            </a:extLst>
          </p:cNvPr>
          <p:cNvSpPr txBox="1"/>
          <p:nvPr/>
        </p:nvSpPr>
        <p:spPr>
          <a:xfrm>
            <a:off x="2342436" y="3709907"/>
            <a:ext cx="205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ptos" panose="020B0004020202020204" pitchFamily="34" charset="0"/>
              </a:rPr>
              <a:t>Safety, criticality, overdue-ness; explainable; works even with zero historical data.</a:t>
            </a:r>
          </a:p>
          <a:p>
            <a:endParaRPr lang="en-IN" sz="800" dirty="0">
              <a:latin typeface="Aptos" panose="020B0004020202020204" pitchFamily="34" charset="0"/>
            </a:endParaRPr>
          </a:p>
        </p:txBody>
      </p:sp>
      <p:sp>
        <p:nvSpPr>
          <p:cNvPr id="101" name="Rounded Rectangle 72">
            <a:extLst>
              <a:ext uri="{FF2B5EF4-FFF2-40B4-BE49-F238E27FC236}">
                <a16:creationId xmlns:a16="http://schemas.microsoft.com/office/drawing/2014/main" id="{75CA010F-D318-96ED-2AE5-97E109F3D303}"/>
              </a:ext>
            </a:extLst>
          </p:cNvPr>
          <p:cNvSpPr/>
          <p:nvPr/>
        </p:nvSpPr>
        <p:spPr>
          <a:xfrm>
            <a:off x="2204539" y="4255795"/>
            <a:ext cx="4590288" cy="1481329"/>
          </a:xfrm>
          <a:prstGeom prst="roundRect">
            <a:avLst>
              <a:gd name="adj" fmla="val 7204"/>
            </a:avLst>
          </a:prstGeom>
          <a:solidFill>
            <a:srgbClr val="E7F0FA"/>
          </a:solidFill>
          <a:ln w="10160">
            <a:solidFill>
              <a:srgbClr val="C1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0A802AE-5915-3C81-E78A-A99E7F3D3D26}"/>
              </a:ext>
            </a:extLst>
          </p:cNvPr>
          <p:cNvSpPr txBox="1"/>
          <p:nvPr/>
        </p:nvSpPr>
        <p:spPr>
          <a:xfrm>
            <a:off x="2309446" y="4383809"/>
            <a:ext cx="4065052" cy="367469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800" b="1">
                <a:solidFill>
                  <a:srgbClr val="1F66B4"/>
                </a:solidFill>
                <a:latin typeface="Aptos"/>
              </a:defRPr>
            </a:pPr>
            <a:r>
              <a:rPr dirty="0"/>
              <a:t>DESIGN PRINCIPLE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6B9E303-E942-AC18-7791-517F7D15CDCE}"/>
              </a:ext>
            </a:extLst>
          </p:cNvPr>
          <p:cNvSpPr txBox="1"/>
          <p:nvPr/>
        </p:nvSpPr>
        <p:spPr>
          <a:xfrm>
            <a:off x="2309446" y="4630698"/>
            <a:ext cx="4078077" cy="535113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900" b="1">
                <a:solidFill>
                  <a:srgbClr val="18263A"/>
                </a:solidFill>
                <a:latin typeface="Aptos"/>
              </a:defRPr>
            </a:pPr>
            <a:r>
              <a:rPr dirty="0"/>
              <a:t>ML / forecasting informs the decision  →  CP-SAT searches feasible schedules  →  human authority makes the final call.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4E2BF45-7697-C180-2FE1-5A62CBB35DB7}"/>
              </a:ext>
            </a:extLst>
          </p:cNvPr>
          <p:cNvSpPr txBox="1"/>
          <p:nvPr/>
        </p:nvSpPr>
        <p:spPr>
          <a:xfrm>
            <a:off x="2309446" y="5051323"/>
            <a:ext cx="41949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740" b="1">
                <a:solidFill>
                  <a:srgbClr val="0C2A53"/>
                </a:solidFill>
                <a:latin typeface="Aptos"/>
              </a:defRPr>
            </a:pPr>
            <a:r>
              <a:rPr lang="en-IN" dirty="0"/>
              <a:t>Parameters to set</a:t>
            </a:r>
            <a:endParaRPr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5B1F456-FA92-5535-BDB4-08D083C5B098}"/>
              </a:ext>
            </a:extLst>
          </p:cNvPr>
          <p:cNvSpPr txBox="1"/>
          <p:nvPr/>
        </p:nvSpPr>
        <p:spPr>
          <a:xfrm>
            <a:off x="2309446" y="5165812"/>
            <a:ext cx="4347433" cy="21087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700" b="0">
                <a:solidFill>
                  <a:srgbClr val="526276"/>
                </a:solidFill>
                <a:latin typeface="Aptos"/>
              </a:defRPr>
            </a:pPr>
            <a:r>
              <a:rPr dirty="0"/>
              <a:t>Operational availability • incompatible overlaps • timing windows • railway rules validated with domain experts.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63C9DB7-0ABF-77E6-0204-22648F3A4B65}"/>
              </a:ext>
            </a:extLst>
          </p:cNvPr>
          <p:cNvSpPr txBox="1"/>
          <p:nvPr/>
        </p:nvSpPr>
        <p:spPr>
          <a:xfrm>
            <a:off x="2309446" y="5389172"/>
            <a:ext cx="4023600" cy="26664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740" b="1">
                <a:solidFill>
                  <a:srgbClr val="0C2A53"/>
                </a:solidFill>
                <a:latin typeface="Aptos"/>
              </a:defRPr>
            </a:pPr>
            <a:r>
              <a:rPr dirty="0"/>
              <a:t>OBJECTIVES TO BALANCE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9035535-A7C2-21CD-D0A4-81B262DE023D}"/>
              </a:ext>
            </a:extLst>
          </p:cNvPr>
          <p:cNvSpPr txBox="1"/>
          <p:nvPr/>
        </p:nvSpPr>
        <p:spPr>
          <a:xfrm>
            <a:off x="2309446" y="5524713"/>
            <a:ext cx="4347433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700" b="0">
                <a:solidFill>
                  <a:srgbClr val="526276"/>
                </a:solidFill>
                <a:latin typeface="Aptos"/>
              </a:defRPr>
            </a:pPr>
            <a:r>
              <a:rPr dirty="0"/>
              <a:t>Useful maintenance completed</a:t>
            </a:r>
            <a:r>
              <a:rPr lang="en-US" dirty="0"/>
              <a:t>  </a:t>
            </a:r>
            <a:r>
              <a:rPr dirty="0"/>
              <a:t> • fewer conflicts</a:t>
            </a:r>
            <a:r>
              <a:rPr lang="en-US" dirty="0"/>
              <a:t> </a:t>
            </a: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• better window utilization </a:t>
            </a:r>
            <a:r>
              <a:rPr lang="en-US" dirty="0"/>
              <a:t>  </a:t>
            </a:r>
            <a:r>
              <a:rPr dirty="0"/>
              <a:t>• lower operational disruption.</a:t>
            </a:r>
          </a:p>
        </p:txBody>
      </p:sp>
      <p:sp>
        <p:nvSpPr>
          <p:cNvPr id="115" name="Rounded Rectangle 58">
            <a:extLst>
              <a:ext uri="{FF2B5EF4-FFF2-40B4-BE49-F238E27FC236}">
                <a16:creationId xmlns:a16="http://schemas.microsoft.com/office/drawing/2014/main" id="{F26E66DD-58D6-D98F-9B02-9EBCEAE88B22}"/>
              </a:ext>
            </a:extLst>
          </p:cNvPr>
          <p:cNvSpPr/>
          <p:nvPr/>
        </p:nvSpPr>
        <p:spPr>
          <a:xfrm>
            <a:off x="2204539" y="5863376"/>
            <a:ext cx="4590288" cy="628375"/>
          </a:xfrm>
          <a:prstGeom prst="roundRect">
            <a:avLst>
              <a:gd name="adj" fmla="val 7614"/>
            </a:avLst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42C32EF-D723-49E0-429C-6AB44312FFE5}"/>
              </a:ext>
            </a:extLst>
          </p:cNvPr>
          <p:cNvSpPr txBox="1"/>
          <p:nvPr/>
        </p:nvSpPr>
        <p:spPr>
          <a:xfrm>
            <a:off x="2292338" y="6014293"/>
            <a:ext cx="530110" cy="3352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ctr">
              <a:defRPr sz="800" b="1">
                <a:solidFill>
                  <a:srgbClr val="1F66B4"/>
                </a:solidFill>
                <a:latin typeface="Aptos"/>
              </a:defRPr>
            </a:pPr>
            <a:r>
              <a:rPr lang="en-US" dirty="0"/>
              <a:t>3</a:t>
            </a:r>
            <a:r>
              <a:rPr dirty="0"/>
              <a:t> DISTINCT JOBS</a:t>
            </a:r>
          </a:p>
        </p:txBody>
      </p:sp>
      <p:sp>
        <p:nvSpPr>
          <p:cNvPr id="119" name="Rounded Rectangle 60">
            <a:extLst>
              <a:ext uri="{FF2B5EF4-FFF2-40B4-BE49-F238E27FC236}">
                <a16:creationId xmlns:a16="http://schemas.microsoft.com/office/drawing/2014/main" id="{D17C28EC-FF90-A0A1-D434-768FF2E75FC8}"/>
              </a:ext>
            </a:extLst>
          </p:cNvPr>
          <p:cNvSpPr/>
          <p:nvPr/>
        </p:nvSpPr>
        <p:spPr>
          <a:xfrm>
            <a:off x="2895505" y="5975361"/>
            <a:ext cx="739674" cy="206548"/>
          </a:xfrm>
          <a:prstGeom prst="roundRect">
            <a:avLst/>
          </a:prstGeom>
          <a:solidFill>
            <a:srgbClr val="E18823"/>
          </a:solidFill>
          <a:ln w="10160">
            <a:solidFill>
              <a:srgbClr val="E1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970AA83-661D-C83A-3F1C-021B3437BAEA}"/>
              </a:ext>
            </a:extLst>
          </p:cNvPr>
          <p:cNvSpPr txBox="1"/>
          <p:nvPr/>
        </p:nvSpPr>
        <p:spPr>
          <a:xfrm>
            <a:off x="2932080" y="5981050"/>
            <a:ext cx="704866" cy="16773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10" b="1">
                <a:solidFill>
                  <a:srgbClr val="FFFFFF"/>
                </a:solidFill>
                <a:latin typeface="Aptos"/>
              </a:defRPr>
            </a:pPr>
            <a:r>
              <a:t>01  PRIORITIZE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642C674-5697-0F81-207C-636855C8674A}"/>
              </a:ext>
            </a:extLst>
          </p:cNvPr>
          <p:cNvSpPr txBox="1"/>
          <p:nvPr/>
        </p:nvSpPr>
        <p:spPr>
          <a:xfrm>
            <a:off x="2895505" y="6208747"/>
            <a:ext cx="78539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>
              <a:defRPr sz="690" b="1">
                <a:solidFill>
                  <a:srgbClr val="18263A"/>
                </a:solidFill>
                <a:latin typeface="Aptos"/>
              </a:defRPr>
            </a:pPr>
            <a:r>
              <a:rPr dirty="0"/>
              <a:t>Work / asset priority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FEA95C2-3B8C-D29E-222D-957524F68CF4}"/>
              </a:ext>
            </a:extLst>
          </p:cNvPr>
          <p:cNvSpPr txBox="1"/>
          <p:nvPr/>
        </p:nvSpPr>
        <p:spPr>
          <a:xfrm>
            <a:off x="2932080" y="6318984"/>
            <a:ext cx="190195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>
              <a:defRPr sz="630" b="1">
                <a:solidFill>
                  <a:srgbClr val="E18823"/>
                </a:solidFill>
                <a:latin typeface="Aptos"/>
              </a:defRPr>
            </a:pPr>
            <a:r>
              <a:rPr dirty="0" err="1"/>
              <a:t>XGBoost</a:t>
            </a:r>
            <a:r>
              <a:rPr dirty="0"/>
              <a:t> / ML</a:t>
            </a:r>
          </a:p>
        </p:txBody>
      </p:sp>
      <p:sp>
        <p:nvSpPr>
          <p:cNvPr id="127" name="Rounded Rectangle 64">
            <a:extLst>
              <a:ext uri="{FF2B5EF4-FFF2-40B4-BE49-F238E27FC236}">
                <a16:creationId xmlns:a16="http://schemas.microsoft.com/office/drawing/2014/main" id="{8C2B2A69-6F10-E7CE-028F-91A20F65467A}"/>
              </a:ext>
            </a:extLst>
          </p:cNvPr>
          <p:cNvSpPr/>
          <p:nvPr/>
        </p:nvSpPr>
        <p:spPr>
          <a:xfrm>
            <a:off x="3836594" y="5969248"/>
            <a:ext cx="1175201" cy="230178"/>
          </a:xfrm>
          <a:prstGeom prst="roundRect">
            <a:avLst/>
          </a:prstGeom>
          <a:solidFill>
            <a:srgbClr val="1A97C9"/>
          </a:solidFill>
          <a:ln w="10160">
            <a:solidFill>
              <a:srgbClr val="1A9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862C7E9-DBFC-A8BB-2339-557512C08C1C}"/>
              </a:ext>
            </a:extLst>
          </p:cNvPr>
          <p:cNvSpPr txBox="1"/>
          <p:nvPr/>
        </p:nvSpPr>
        <p:spPr>
          <a:xfrm>
            <a:off x="3873170" y="5952743"/>
            <a:ext cx="1119897" cy="2616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10" b="1">
                <a:solidFill>
                  <a:srgbClr val="FFFFFF"/>
                </a:solidFill>
                <a:latin typeface="Aptos"/>
              </a:defRPr>
            </a:pPr>
            <a:r>
              <a:t>02  PREDICT / CONTEXTUALIZE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9133DEF-5D1E-DC45-3B4F-3527034131E0}"/>
              </a:ext>
            </a:extLst>
          </p:cNvPr>
          <p:cNvSpPr txBox="1"/>
          <p:nvPr/>
        </p:nvSpPr>
        <p:spPr>
          <a:xfrm>
            <a:off x="3816338" y="6223507"/>
            <a:ext cx="1291025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>
              <a:defRPr sz="690" b="1">
                <a:solidFill>
                  <a:srgbClr val="18263A"/>
                </a:solidFill>
                <a:latin typeface="Aptos"/>
              </a:defRPr>
            </a:pPr>
            <a:r>
              <a:rPr dirty="0"/>
              <a:t>Freight / train demand + weather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CFFED1B-9AAC-748C-2E88-66315500584E}"/>
              </a:ext>
            </a:extLst>
          </p:cNvPr>
          <p:cNvSpPr txBox="1"/>
          <p:nvPr/>
        </p:nvSpPr>
        <p:spPr>
          <a:xfrm>
            <a:off x="4042091" y="6337032"/>
            <a:ext cx="892228" cy="1689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>
              <a:defRPr sz="630" b="1">
                <a:solidFill>
                  <a:srgbClr val="1A97C9"/>
                </a:solidFill>
                <a:latin typeface="Aptos"/>
              </a:defRPr>
            </a:pPr>
            <a:r>
              <a:rPr dirty="0"/>
              <a:t>Forecasting inputs</a:t>
            </a:r>
          </a:p>
        </p:txBody>
      </p:sp>
      <p:sp>
        <p:nvSpPr>
          <p:cNvPr id="135" name="Rounded Rectangle 68">
            <a:extLst>
              <a:ext uri="{FF2B5EF4-FFF2-40B4-BE49-F238E27FC236}">
                <a16:creationId xmlns:a16="http://schemas.microsoft.com/office/drawing/2014/main" id="{77011FCF-1970-FF11-930F-3FF8199BC59B}"/>
              </a:ext>
            </a:extLst>
          </p:cNvPr>
          <p:cNvSpPr/>
          <p:nvPr/>
        </p:nvSpPr>
        <p:spPr>
          <a:xfrm>
            <a:off x="5235530" y="5970149"/>
            <a:ext cx="726358" cy="229277"/>
          </a:xfrm>
          <a:prstGeom prst="roundRect">
            <a:avLst/>
          </a:prstGeom>
          <a:solidFill>
            <a:srgbClr val="6952B0"/>
          </a:solidFill>
          <a:ln w="10160">
            <a:solidFill>
              <a:srgbClr val="69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B1A4759-2D6F-B3D0-7F6D-52C155F1EBF6}"/>
              </a:ext>
            </a:extLst>
          </p:cNvPr>
          <p:cNvSpPr txBox="1"/>
          <p:nvPr/>
        </p:nvSpPr>
        <p:spPr>
          <a:xfrm>
            <a:off x="5263158" y="6000580"/>
            <a:ext cx="692177" cy="16773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10" b="1">
                <a:solidFill>
                  <a:srgbClr val="FFFFFF"/>
                </a:solidFill>
                <a:latin typeface="Aptos"/>
              </a:defRPr>
            </a:pPr>
            <a:r>
              <a:t>03  OPTIMIZE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D675B4C-B79D-C939-680E-D511A162D56C}"/>
              </a:ext>
            </a:extLst>
          </p:cNvPr>
          <p:cNvSpPr txBox="1"/>
          <p:nvPr/>
        </p:nvSpPr>
        <p:spPr>
          <a:xfrm>
            <a:off x="5235530" y="6238974"/>
            <a:ext cx="83726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>
              <a:defRPr sz="690" b="1">
                <a:solidFill>
                  <a:srgbClr val="18263A"/>
                </a:solidFill>
                <a:latin typeface="Aptos"/>
              </a:defRPr>
            </a:pPr>
            <a:r>
              <a:rPr dirty="0"/>
              <a:t>Feasible block plan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306035B-F81D-92B2-0199-F9292FD93960}"/>
              </a:ext>
            </a:extLst>
          </p:cNvPr>
          <p:cNvSpPr txBox="1"/>
          <p:nvPr/>
        </p:nvSpPr>
        <p:spPr>
          <a:xfrm>
            <a:off x="5263158" y="6355080"/>
            <a:ext cx="979146" cy="1508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>
              <a:defRPr sz="630" b="1">
                <a:solidFill>
                  <a:srgbClr val="6952B0"/>
                </a:solidFill>
                <a:latin typeface="Aptos"/>
              </a:defRPr>
            </a:pPr>
            <a:r>
              <a:t>OR-Tools CP-SAT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9148B6B-5C4F-6872-0B17-A9853681FFE3}"/>
              </a:ext>
            </a:extLst>
          </p:cNvPr>
          <p:cNvSpPr txBox="1"/>
          <p:nvPr/>
        </p:nvSpPr>
        <p:spPr>
          <a:xfrm>
            <a:off x="6141918" y="6000559"/>
            <a:ext cx="725031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700" dirty="0">
                <a:solidFill>
                  <a:srgbClr val="1F2937"/>
                </a:solidFill>
                <a:latin typeface="Aptos"/>
              </a:rPr>
              <a:t>Finally giving </a:t>
            </a:r>
            <a:r>
              <a:rPr sz="700" dirty="0">
                <a:solidFill>
                  <a:srgbClr val="1F2937"/>
                </a:solidFill>
                <a:latin typeface="Aptos"/>
              </a:rPr>
              <a:t>Coordinated block plan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11DECCF-8B41-C8A1-E751-312A9367FF94}"/>
              </a:ext>
            </a:extLst>
          </p:cNvPr>
          <p:cNvSpPr txBox="1"/>
          <p:nvPr/>
        </p:nvSpPr>
        <p:spPr>
          <a:xfrm>
            <a:off x="350922" y="6171719"/>
            <a:ext cx="1549122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dirty="0">
                <a:solidFill>
                  <a:srgbClr val="0D2D4F"/>
                </a:solidFill>
                <a:latin typeface="Aptos"/>
              </a:rPr>
              <a:t>Outcome: fewer avoidable conflicts • better use of maintenance windows</a:t>
            </a:r>
          </a:p>
        </p:txBody>
      </p:sp>
      <p:sp>
        <p:nvSpPr>
          <p:cNvPr id="21" name="Oval 20" descr="Your startup LOGO">
            <a:extLst>
              <a:ext uri="{FF2B5EF4-FFF2-40B4-BE49-F238E27FC236}">
                <a16:creationId xmlns:a16="http://schemas.microsoft.com/office/drawing/2014/main" id="{C6D98B1F-C1BB-D56A-F2A1-B381A8C219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9795" y="64850"/>
            <a:ext cx="1148201" cy="39924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AIH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2F49E9DC-C243-AA06-6B2E-382994046D08}"/>
              </a:ext>
            </a:extLst>
          </p:cNvPr>
          <p:cNvSpPr txBox="1">
            <a:spLocks/>
          </p:cNvSpPr>
          <p:nvPr/>
        </p:nvSpPr>
        <p:spPr>
          <a:xfrm>
            <a:off x="553212" y="72221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2C9D37-2E7C-052E-DF61-18485B8A6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0538"/>
            <a:ext cx="12191999" cy="14762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 sz="680">
                <a:solidFill>
                  <a:srgbClr val="FFFFFF"/>
                </a:solidFill>
                <a:latin typeface="Aptos"/>
              </a:defRPr>
            </a:pPr>
            <a:r>
              <a:rPr lang="sv-SE"/>
              <a:t>RailSahayak  •  Smart India Hackathon 2026  •  Problem Statement 26027</a:t>
            </a:r>
            <a:endParaRPr lang="sv-SE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A579437-0972-9195-D2FF-9B024C00C409}"/>
              </a:ext>
            </a:extLst>
          </p:cNvPr>
          <p:cNvSpPr txBox="1">
            <a:spLocks/>
          </p:cNvSpPr>
          <p:nvPr/>
        </p:nvSpPr>
        <p:spPr>
          <a:xfrm>
            <a:off x="9345136" y="6730370"/>
            <a:ext cx="2844800" cy="11037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228600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20" b="1">
                <a:solidFill>
                  <a:srgbClr val="1F66B4"/>
                </a:solidFill>
                <a:latin typeface="Aptos"/>
              </a:defRPr>
            </a:pPr>
            <a:r>
              <a:rPr sz="1000" dirty="0"/>
              <a:t>03 • ARCHITECTURE +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06424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2000" b="1">
                <a:solidFill>
                  <a:srgbClr val="0C2A53"/>
                </a:solidFill>
                <a:latin typeface="Aptos"/>
              </a:defRPr>
            </a:pPr>
            <a:r>
              <a:rPr dirty="0"/>
              <a:t>Built around existing railway systems — not a 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" y="761484"/>
            <a:ext cx="110185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869" b="0">
                <a:solidFill>
                  <a:srgbClr val="526276"/>
                </a:solidFill>
                <a:latin typeface="Aptos"/>
              </a:defRPr>
            </a:pPr>
            <a:r>
              <a:rPr sz="1000" dirty="0" err="1"/>
              <a:t>RailSahayak</a:t>
            </a:r>
            <a:r>
              <a:rPr sz="1000" dirty="0"/>
              <a:t> is a decision-support planning layer: existing operational data stays in place; the new layer unifies it, applies intelligence / optimization and returns a reviewable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" y="1211924"/>
            <a:ext cx="6473952" cy="4407408"/>
          </a:xfrm>
          <a:prstGeom prst="roundRect">
            <a:avLst>
              <a:gd name="adj" fmla="val 5959"/>
            </a:avLst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616305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80" b="1">
                <a:solidFill>
                  <a:srgbClr val="1F66B4"/>
                </a:solidFill>
                <a:latin typeface="Aptos"/>
              </a:defRPr>
            </a:pPr>
            <a:r>
              <a:rPr sz="1000" dirty="0"/>
              <a:t>SYSTEM ARCHITECTURE  |  PROTOTYPE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6181344" cy="37307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95744" y="1115568"/>
            <a:ext cx="4681728" cy="2807206"/>
          </a:xfrm>
          <a:prstGeom prst="roundRect">
            <a:avLst>
              <a:gd name="adj" fmla="val 8120"/>
            </a:avLst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1225296"/>
            <a:ext cx="433425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80" b="1">
                <a:solidFill>
                  <a:srgbClr val="1F66B4"/>
                </a:solidFill>
                <a:latin typeface="Aptos"/>
              </a:defRPr>
            </a:pPr>
            <a:r>
              <a:rPr sz="900" dirty="0"/>
              <a:t>PROTOTYPE TECHNOLOGY STACK</a:t>
            </a:r>
          </a:p>
        </p:txBody>
      </p:sp>
      <p:pic>
        <p:nvPicPr>
          <p:cNvPr id="12" name="Picture 11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399720"/>
            <a:ext cx="4352544" cy="23088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69480" y="3621024"/>
            <a:ext cx="4251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50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Frontend / backend / database / ML / forecasting / CP-SAT / communications /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03364" y="3982556"/>
            <a:ext cx="4681728" cy="1636776"/>
          </a:xfrm>
          <a:prstGeom prst="roundRect">
            <a:avLst>
              <a:gd name="adj" fmla="val 11080"/>
            </a:avLst>
          </a:prstGeom>
          <a:solidFill>
            <a:srgbClr val="E7F0FA"/>
          </a:solidFill>
          <a:ln w="10160">
            <a:solidFill>
              <a:srgbClr val="C1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4014215"/>
            <a:ext cx="433425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60" b="1">
                <a:solidFill>
                  <a:srgbClr val="0C2A53"/>
                </a:solidFill>
                <a:latin typeface="Aptos"/>
              </a:defRPr>
            </a:pPr>
            <a:r>
              <a:rPr sz="900" dirty="0"/>
              <a:t>INTEGRATION + OPERATIONAL SAFEGUARDS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4297680"/>
            <a:ext cx="4233672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680" b="1">
                <a:solidFill>
                  <a:srgbClr val="18263A"/>
                </a:solidFill>
                <a:latin typeface="Aptos"/>
              </a:defRPr>
            </a:pPr>
            <a:r>
              <a:rPr sz="900" dirty="0"/>
              <a:t>TMS • SMMS • TDMS • COA • BDMS  +  IMD weather / data.gov.in</a:t>
            </a:r>
            <a:br>
              <a:rPr sz="900" dirty="0"/>
            </a:br>
            <a:r>
              <a:rPr sz="900" dirty="0"/>
              <a:t>Hard constraints • human approval • review / modify / reject • execution-status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669280"/>
            <a:ext cx="11365992" cy="521207"/>
          </a:xfrm>
          <a:prstGeom prst="roundRect">
            <a:avLst/>
          </a:prstGeom>
          <a:solidFill>
            <a:srgbClr val="FFF4E4"/>
          </a:solidFill>
          <a:ln w="10160">
            <a:solidFill>
              <a:srgbClr val="EEC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5788152"/>
            <a:ext cx="109910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45" b="0">
                <a:solidFill>
                  <a:srgbClr val="18263A"/>
                </a:solidFill>
                <a:latin typeface="Aptos"/>
              </a:defRPr>
            </a:pPr>
            <a:r>
              <a:rPr sz="900" dirty="0"/>
              <a:t>ESTABLISHED IN CONCEPT / PROTOTYPE: system inputs • modular architecture • AI/ML + constraint workflow • prototype network / explainability views   |   REQUIRES PILOT EVIDENCE: planning-time reduction • conflicts / duplicates • utilization • forecast / priority accuracy • production reliability / field adoption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281928"/>
            <a:ext cx="113659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10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Feasibility framing: technically credible and staged; production integration, safety validation and operational-rule mapping remain pilot-stage activities.  Source basis: CRIS • Indian Railways • data.gov.in.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652260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80">
                <a:solidFill>
                  <a:srgbClr val="FFFFFF"/>
                </a:solidFill>
                <a:latin typeface="Aptos"/>
              </a:defRPr>
            </a:pPr>
            <a:r>
              <a:t>4 / 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F90D8D-E5D4-431C-1BEC-0AB57E6EA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0538"/>
            <a:ext cx="12191999" cy="14762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 sz="680">
                <a:solidFill>
                  <a:srgbClr val="FFFFFF"/>
                </a:solidFill>
                <a:latin typeface="Aptos"/>
              </a:defRPr>
            </a:pPr>
            <a:r>
              <a:rPr lang="sv-SE" dirty="0"/>
              <a:t>RailSahayak  •  Smart India Hackathon 2026  •  Problem Statement 26027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6D4C38E6-1E42-DC49-4373-777AE007F953}"/>
              </a:ext>
            </a:extLst>
          </p:cNvPr>
          <p:cNvSpPr txBox="1">
            <a:spLocks/>
          </p:cNvSpPr>
          <p:nvPr/>
        </p:nvSpPr>
        <p:spPr>
          <a:xfrm>
            <a:off x="9345136" y="6730370"/>
            <a:ext cx="2844800" cy="11037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289560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720" b="1">
                <a:solidFill>
                  <a:srgbClr val="1F66B4"/>
                </a:solidFill>
                <a:latin typeface="Aptos"/>
              </a:defRPr>
            </a:pPr>
            <a:r>
              <a:t>05 • IMPACT +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1584"/>
            <a:ext cx="1106424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2000" b="1">
                <a:solidFill>
                  <a:srgbClr val="0C2A53"/>
                </a:solidFill>
                <a:latin typeface="Aptos"/>
              </a:defRPr>
            </a:pPr>
            <a:r>
              <a:t>What success should look like — and how we will prove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11352"/>
            <a:ext cx="110185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869" b="0">
                <a:solidFill>
                  <a:srgbClr val="526276"/>
                </a:solidFill>
                <a:latin typeface="Aptos"/>
              </a:defRPr>
            </a:pPr>
            <a:r>
              <a:t>Expected benefits become evidence only through a controlled pilot, an agreed baseline and measurable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58240"/>
            <a:ext cx="3401568" cy="4312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3163824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00" b="1">
                <a:solidFill>
                  <a:srgbClr val="189E7D"/>
                </a:solidFill>
                <a:latin typeface="Aptos"/>
              </a:defRPr>
            </a:pPr>
            <a:r>
              <a:rPr sz="700" dirty="0"/>
              <a:t>ASSET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318260"/>
            <a:ext cx="31272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655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More productive use of available maintenance windows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2504" y="1158240"/>
            <a:ext cx="3401568" cy="429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78224" y="1203960"/>
            <a:ext cx="3163824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00" b="1">
                <a:solidFill>
                  <a:srgbClr val="CD4139"/>
                </a:solidFill>
                <a:latin typeface="Aptos"/>
              </a:defRPr>
            </a:pPr>
            <a:r>
              <a:rPr sz="700" dirty="0"/>
              <a:t>TRAIN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1333500"/>
            <a:ext cx="3566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55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Fewer avoidable conflicts between maintenance</a:t>
            </a:r>
            <a:r>
              <a:rPr lang="en-US" sz="900" dirty="0"/>
              <a:t> &amp; </a:t>
            </a:r>
            <a:r>
              <a:rPr sz="900" dirty="0"/>
              <a:t>train movement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" y="1616964"/>
            <a:ext cx="3401568" cy="3550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" y="1652016"/>
            <a:ext cx="3163824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00" b="1">
                <a:solidFill>
                  <a:srgbClr val="1F66B4"/>
                </a:solidFill>
                <a:latin typeface="Aptos"/>
              </a:defRPr>
            </a:pPr>
            <a:r>
              <a:rPr sz="700" dirty="0"/>
              <a:t>RESOURCE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" y="1786128"/>
            <a:ext cx="34610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55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Better coordination of crews / work packages across departments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9456" y="1645920"/>
            <a:ext cx="3401568" cy="35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39184" y="1652016"/>
            <a:ext cx="3163824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00" b="1">
                <a:solidFill>
                  <a:srgbClr val="6952B0"/>
                </a:solidFill>
                <a:latin typeface="Aptos"/>
              </a:defRPr>
            </a:pPr>
            <a:r>
              <a:rPr sz="700" dirty="0"/>
              <a:t>PLANNING EFFORT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0040" y="1766316"/>
            <a:ext cx="33009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55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Less manual coordination and faster candidate-plan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957073"/>
            <a:ext cx="3959352" cy="4572397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27308" y="1086276"/>
            <a:ext cx="3621024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50" b="1">
                <a:solidFill>
                  <a:srgbClr val="E18823"/>
                </a:solidFill>
                <a:latin typeface="Aptos"/>
              </a:defRPr>
            </a:pPr>
            <a:r>
              <a:rPr sz="900" dirty="0"/>
              <a:t>FEASIBILITY ANALYSIS  |  ORIGINAL CONCEPT</a:t>
            </a:r>
          </a:p>
        </p:txBody>
      </p:sp>
      <p:pic>
        <p:nvPicPr>
          <p:cNvPr id="21" name="Picture 20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259100"/>
            <a:ext cx="3739896" cy="378751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45196" y="5056450"/>
            <a:ext cx="35478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10" b="0">
                <a:solidFill>
                  <a:srgbClr val="526276"/>
                </a:solidFill>
                <a:latin typeface="Aptos"/>
              </a:defRPr>
            </a:pPr>
            <a:r>
              <a:rPr sz="900" dirty="0"/>
              <a:t>Economic + technical + operational feasibility framing from the supplied deck; production performance still requires pilot validation.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079506"/>
            <a:ext cx="7114032" cy="2168644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2168652"/>
            <a:ext cx="67665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780" b="1">
                <a:solidFill>
                  <a:srgbClr val="1F66B4"/>
                </a:solidFill>
                <a:latin typeface="Aptos"/>
              </a:defRPr>
            </a:pPr>
            <a:r>
              <a:rPr sz="900" dirty="0"/>
              <a:t>PILOT KPI FRAMEWORK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9768" y="4003555"/>
            <a:ext cx="6766560" cy="164592"/>
          </a:xfrm>
          <a:prstGeom prst="roundRect">
            <a:avLst/>
          </a:prstGeom>
          <a:solidFill>
            <a:srgbClr val="EEF3F7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4037601"/>
            <a:ext cx="6620256" cy="731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580" b="0">
                <a:solidFill>
                  <a:srgbClr val="18263A"/>
                </a:solidFill>
                <a:latin typeface="Aptos"/>
              </a:defRPr>
            </a:pPr>
            <a:r>
              <a:rPr lang="en-US" sz="700" dirty="0"/>
              <a:t>Baseline = existing planning practice before pilot • no performance percentage is claimed until baseline + controlled pilot exist.</a:t>
            </a:r>
            <a:endParaRPr sz="700" dirty="0"/>
          </a:p>
        </p:txBody>
      </p:sp>
      <p:sp>
        <p:nvSpPr>
          <p:cNvPr id="69" name="Rounded Rectangle 68"/>
          <p:cNvSpPr/>
          <p:nvPr/>
        </p:nvSpPr>
        <p:spPr>
          <a:xfrm>
            <a:off x="435864" y="5649306"/>
            <a:ext cx="11365992" cy="496539"/>
          </a:xfrm>
          <a:prstGeom prst="roundRect">
            <a:avLst/>
          </a:prstGeom>
          <a:solidFill>
            <a:srgbClr val="0C2A53"/>
          </a:solidFill>
          <a:ln w="10160">
            <a:solidFill>
              <a:srgbClr val="0C2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1312" y="5740747"/>
            <a:ext cx="1143000" cy="1967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620" b="1">
                <a:solidFill>
                  <a:srgbClr val="FFFFFF"/>
                </a:solidFill>
                <a:latin typeface="Aptos"/>
              </a:defRPr>
            </a:pPr>
            <a:r>
              <a:rPr sz="900" dirty="0"/>
              <a:t>PILOT ASK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67968" y="5704170"/>
            <a:ext cx="932688" cy="24936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2" name="TextBox 71"/>
          <p:cNvSpPr txBox="1"/>
          <p:nvPr/>
        </p:nvSpPr>
        <p:spPr>
          <a:xfrm>
            <a:off x="1313688" y="5718956"/>
            <a:ext cx="859536" cy="21236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580" b="1">
                <a:solidFill>
                  <a:srgbClr val="0C2A53"/>
                </a:solidFill>
                <a:latin typeface="Aptos"/>
              </a:defRPr>
            </a:pPr>
            <a:r>
              <a:rPr sz="900" dirty="0"/>
              <a:t>DATA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33244" y="5671820"/>
            <a:ext cx="1385316" cy="26697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555" b="0">
                <a:solidFill>
                  <a:srgbClr val="FFFFFF"/>
                </a:solidFill>
                <a:latin typeface="Aptos"/>
              </a:defRPr>
            </a:pPr>
            <a:r>
              <a:rPr sz="900" dirty="0"/>
              <a:t>Selected maintenance + timetable / operational data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755135" y="5704170"/>
            <a:ext cx="932688" cy="2669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5" name="TextBox 74"/>
          <p:cNvSpPr txBox="1"/>
          <p:nvPr/>
        </p:nvSpPr>
        <p:spPr>
          <a:xfrm>
            <a:off x="3791711" y="5712289"/>
            <a:ext cx="859536" cy="21236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580" b="1">
                <a:solidFill>
                  <a:srgbClr val="0C2A53"/>
                </a:solidFill>
                <a:latin typeface="Aptos"/>
              </a:defRPr>
            </a:pPr>
            <a:r>
              <a:rPr sz="900"/>
              <a:t>DOMAIN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88408" y="5696703"/>
            <a:ext cx="1481328" cy="26697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555" b="0">
                <a:solidFill>
                  <a:srgbClr val="FFFFFF"/>
                </a:solidFill>
                <a:latin typeface="Aptos"/>
              </a:defRPr>
            </a:pPr>
            <a:r>
              <a:rPr sz="900" dirty="0"/>
              <a:t>Railway expert validation of rules &amp; constraints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69736" y="5704170"/>
            <a:ext cx="932688" cy="2669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" name="TextBox 77"/>
          <p:cNvSpPr txBox="1"/>
          <p:nvPr/>
        </p:nvSpPr>
        <p:spPr>
          <a:xfrm>
            <a:off x="6306312" y="5712289"/>
            <a:ext cx="859536" cy="21236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580" b="1">
                <a:solidFill>
                  <a:srgbClr val="0C2A53"/>
                </a:solidFill>
                <a:latin typeface="Aptos"/>
              </a:defRPr>
            </a:pPr>
            <a:r>
              <a:rPr sz="900" dirty="0"/>
              <a:t>PILOT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86244" y="5687129"/>
            <a:ext cx="1234440" cy="410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555" b="0">
                <a:solidFill>
                  <a:srgbClr val="FFFFFF"/>
                </a:solidFill>
                <a:latin typeface="Aptos"/>
              </a:defRPr>
            </a:pPr>
            <a:r>
              <a:rPr sz="900" dirty="0"/>
              <a:t>Defined division / corridor + planning horizon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811768" y="5704171"/>
            <a:ext cx="932688" cy="26697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" name="TextBox 80"/>
          <p:cNvSpPr txBox="1"/>
          <p:nvPr/>
        </p:nvSpPr>
        <p:spPr>
          <a:xfrm>
            <a:off x="8813293" y="5719828"/>
            <a:ext cx="932688" cy="21236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580" b="1">
                <a:solidFill>
                  <a:srgbClr val="0C2A53"/>
                </a:solidFill>
                <a:latin typeface="Aptos"/>
              </a:defRPr>
            </a:pPr>
            <a:r>
              <a:rPr sz="900" dirty="0"/>
              <a:t>MEASUREMENT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19132" y="5749819"/>
            <a:ext cx="1403604" cy="26697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555" b="0">
                <a:solidFill>
                  <a:srgbClr val="FFFFFF"/>
                </a:solidFill>
                <a:latin typeface="Aptos"/>
              </a:defRPr>
            </a:pPr>
            <a:r>
              <a:rPr sz="900" dirty="0"/>
              <a:t>Agreed KPIs + baseline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09928" y="6362498"/>
            <a:ext cx="11365992" cy="1005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defRPr sz="570" b="1">
                <a:solidFill>
                  <a:srgbClr val="0C2A53"/>
                </a:solidFill>
                <a:latin typeface="Aptos"/>
              </a:defRPr>
            </a:pPr>
            <a:r>
              <a:rPr sz="900" dirty="0"/>
              <a:t>THE PROMISE  |  Make the maintenance window work harder — while keeping railway decision-makers in control.  •  No measured-impact claim without baseline evidence.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0" y="6652260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80">
                <a:solidFill>
                  <a:srgbClr val="FFFFFF"/>
                </a:solidFill>
                <a:latin typeface="Aptos"/>
              </a:defRPr>
            </a:pPr>
            <a:r>
              <a:t>6 / 6</a:t>
            </a:r>
          </a:p>
        </p:txBody>
      </p:sp>
      <p:graphicFrame>
        <p:nvGraphicFramePr>
          <p:cNvPr id="188" name="Table 187">
            <a:extLst>
              <a:ext uri="{FF2B5EF4-FFF2-40B4-BE49-F238E27FC236}">
                <a16:creationId xmlns:a16="http://schemas.microsoft.com/office/drawing/2014/main" id="{6EDF3F7B-EBBD-5C8A-5C30-E5FB2CF99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162770"/>
              </p:ext>
            </p:extLst>
          </p:nvPr>
        </p:nvGraphicFramePr>
        <p:xfrm>
          <a:off x="435864" y="2397777"/>
          <a:ext cx="6973824" cy="158496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743456">
                  <a:extLst>
                    <a:ext uri="{9D8B030D-6E8A-4147-A177-3AD203B41FA5}">
                      <a16:colId xmlns:a16="http://schemas.microsoft.com/office/drawing/2014/main" val="1711139027"/>
                    </a:ext>
                  </a:extLst>
                </a:gridCol>
                <a:gridCol w="1743456">
                  <a:extLst>
                    <a:ext uri="{9D8B030D-6E8A-4147-A177-3AD203B41FA5}">
                      <a16:colId xmlns:a16="http://schemas.microsoft.com/office/drawing/2014/main" val="1923446236"/>
                    </a:ext>
                  </a:extLst>
                </a:gridCol>
                <a:gridCol w="1743456">
                  <a:extLst>
                    <a:ext uri="{9D8B030D-6E8A-4147-A177-3AD203B41FA5}">
                      <a16:colId xmlns:a16="http://schemas.microsoft.com/office/drawing/2014/main" val="1789038331"/>
                    </a:ext>
                  </a:extLst>
                </a:gridCol>
                <a:gridCol w="1743456">
                  <a:extLst>
                    <a:ext uri="{9D8B030D-6E8A-4147-A177-3AD203B41FA5}">
                      <a16:colId xmlns:a16="http://schemas.microsoft.com/office/drawing/2014/main" val="4231877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 dirty="0">
                          <a:solidFill>
                            <a:schemeClr val="bg1"/>
                          </a:solidFill>
                        </a:rPr>
                        <a:t>Direction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 dirty="0">
                          <a:solidFill>
                            <a:schemeClr val="bg1"/>
                          </a:solidFill>
                        </a:rPr>
                        <a:t>Why it matters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 dirty="0">
                          <a:solidFill>
                            <a:schemeClr val="bg1"/>
                          </a:solidFill>
                        </a:rPr>
                        <a:t>Baseline / result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804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Planning cycle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Planner productivity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Establish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70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Conflicting / duplicate blocks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Coordination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Establish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526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 dirty="0"/>
                        <a:t>Productive block utilization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Asset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Establish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173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Maintenance work completed per 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Value of each closure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Establish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033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/>
                        <a:t>Train disruption attributable to block conflicts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 dirty="0"/>
                        <a:t>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 dirty="0"/>
                        <a:t>Operational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50" dirty="0"/>
                        <a:t>Establish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304574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D59536AF-AF1E-FD42-F272-CEBFA5B15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0538"/>
            <a:ext cx="12191999" cy="14762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 sz="680">
                <a:solidFill>
                  <a:srgbClr val="FFFFFF"/>
                </a:solidFill>
                <a:latin typeface="Aptos"/>
              </a:defRPr>
            </a:pPr>
            <a:r>
              <a:rPr lang="sv-SE" dirty="0"/>
              <a:t>RailSahayak  •  Smart India Hackathon 2026  •  Problem Statement 26027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C140ADD4-10F6-BC5A-39C8-4F1342D97FB8}"/>
              </a:ext>
            </a:extLst>
          </p:cNvPr>
          <p:cNvSpPr txBox="1">
            <a:spLocks/>
          </p:cNvSpPr>
          <p:nvPr/>
        </p:nvSpPr>
        <p:spPr>
          <a:xfrm>
            <a:off x="9345136" y="6730370"/>
            <a:ext cx="2844800" cy="11037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C2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720" b="1">
                <a:solidFill>
                  <a:srgbClr val="1F66B4"/>
                </a:solidFill>
                <a:latin typeface="Aptos"/>
              </a:defRPr>
            </a:pPr>
            <a:r>
              <a:t>04 • TRUST +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06424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2000" b="1">
                <a:solidFill>
                  <a:srgbClr val="0C2A53"/>
                </a:solidFill>
                <a:latin typeface="Aptos"/>
              </a:defRPr>
            </a:pPr>
            <a:r>
              <a:t>AI recommends. Constraints validate. The railway official decides.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0392"/>
            <a:ext cx="110185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869" b="0">
                <a:solidFill>
                  <a:srgbClr val="526276"/>
                </a:solidFill>
                <a:latin typeface="Aptos"/>
              </a:defRPr>
            </a:pPr>
            <a:r>
              <a:t>The current prototype demonstrates intelligence / explainability and railway-network context. The next proof point is one complete real planning 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15568"/>
            <a:ext cx="5742432" cy="2377440"/>
          </a:xfrm>
          <a:prstGeom prst="roundRect">
            <a:avLst>
              <a:gd name="adj" fmla="val 8334"/>
            </a:avLst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261872"/>
            <a:ext cx="5541264" cy="2029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300984"/>
            <a:ext cx="53766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>
              <a:defRPr sz="700" b="1">
                <a:solidFill>
                  <a:srgbClr val="1F66B4"/>
                </a:solidFill>
                <a:latin typeface="Aptos"/>
              </a:defRPr>
            </a:pPr>
            <a:r>
              <a:t>Prototype view • explainability / compliance concept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115568"/>
            <a:ext cx="5495544" cy="2377440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261872"/>
            <a:ext cx="5294376" cy="20299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28232" y="3300984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>
              <a:defRPr sz="700" b="1">
                <a:solidFill>
                  <a:srgbClr val="1F66B4"/>
                </a:solidFill>
                <a:latin typeface="Aptos"/>
              </a:defRPr>
            </a:pPr>
            <a:r>
              <a:t>Prototype view • Indian railway network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64" y="3602736"/>
            <a:ext cx="5742432" cy="2404872"/>
          </a:xfrm>
          <a:prstGeom prst="roundRect">
            <a:avLst>
              <a:gd name="adj" fmla="val 9696"/>
            </a:avLst>
          </a:prstGeom>
          <a:solidFill>
            <a:srgbClr val="E7F0FA"/>
          </a:solidFill>
          <a:ln w="10160">
            <a:solidFill>
              <a:srgbClr val="C1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3758184"/>
            <a:ext cx="53766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>
              <a:defRPr sz="780" b="1">
                <a:solidFill>
                  <a:srgbClr val="0C2A53"/>
                </a:solidFill>
                <a:latin typeface="Aptos"/>
              </a:defRPr>
            </a:pPr>
            <a:r>
              <a:t>HUMAN-IN-THE-LOOP GOVERNANCE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133087"/>
            <a:ext cx="1170432" cy="256032"/>
          </a:xfrm>
          <a:prstGeom prst="roundRect">
            <a:avLst/>
          </a:prstGeom>
          <a:solidFill>
            <a:srgbClr val="1F66B4"/>
          </a:solidFill>
          <a:ln w="10160">
            <a:solidFill>
              <a:srgbClr val="1F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4165091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10" b="1">
                <a:solidFill>
                  <a:srgbClr val="FFFFFF"/>
                </a:solidFill>
                <a:latin typeface="Aptos"/>
              </a:defRPr>
            </a:pPr>
            <a:r>
              <a:t>Candidate plan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92224" y="4261104"/>
            <a:ext cx="109728" cy="0"/>
          </a:xfrm>
          <a:prstGeom prst="line">
            <a:avLst/>
          </a:prstGeom>
          <a:ln w="1270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929384" y="4133087"/>
            <a:ext cx="1170432" cy="256032"/>
          </a:xfrm>
          <a:prstGeom prst="roundRect">
            <a:avLst/>
          </a:prstGeom>
          <a:solidFill>
            <a:srgbClr val="6952B0"/>
          </a:solidFill>
          <a:ln w="10160">
            <a:solidFill>
              <a:srgbClr val="695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0" y="4165091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10" b="1">
                <a:solidFill>
                  <a:srgbClr val="FFFFFF"/>
                </a:solidFill>
                <a:latin typeface="Aptos"/>
              </a:defRPr>
            </a:pPr>
            <a:r>
              <a:t>Constraint check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9815" y="4261104"/>
            <a:ext cx="109729" cy="0"/>
          </a:xfrm>
          <a:prstGeom prst="line">
            <a:avLst/>
          </a:prstGeom>
          <a:ln w="1270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36976" y="4133087"/>
            <a:ext cx="1170432" cy="256032"/>
          </a:xfrm>
          <a:prstGeom prst="roundRect">
            <a:avLst/>
          </a:prstGeom>
          <a:solidFill>
            <a:srgbClr val="1A97C9"/>
          </a:solidFill>
          <a:ln w="10160">
            <a:solidFill>
              <a:srgbClr val="1A9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73552" y="4165091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10" b="1">
                <a:solidFill>
                  <a:srgbClr val="FFFFFF"/>
                </a:solidFill>
                <a:latin typeface="Aptos"/>
              </a:defRPr>
            </a:pPr>
            <a:r>
              <a:t>Explain recommendation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07408" y="4261104"/>
            <a:ext cx="109728" cy="0"/>
          </a:xfrm>
          <a:prstGeom prst="line">
            <a:avLst/>
          </a:prstGeom>
          <a:ln w="1270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44568" y="4133087"/>
            <a:ext cx="1170432" cy="256032"/>
          </a:xfrm>
          <a:prstGeom prst="roundRect">
            <a:avLst/>
          </a:prstGeom>
          <a:solidFill>
            <a:srgbClr val="0C2A53"/>
          </a:solidFill>
          <a:ln w="10160">
            <a:solidFill>
              <a:srgbClr val="0C2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81144" y="4165091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610" b="1">
                <a:solidFill>
                  <a:srgbClr val="FFFFFF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49240"/>
            <a:ext cx="5266944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655" b="0">
                <a:solidFill>
                  <a:srgbClr val="526276"/>
                </a:solidFill>
                <a:latin typeface="Aptos"/>
              </a:defRPr>
            </a:pPr>
            <a:r>
              <a:rPr sz="800" dirty="0"/>
              <a:t>Explainability should answer “Why this block?” — priority, traffic context, weather / context, compatible work and constraint checks. This is a pilot design principle, not a claim that every production control is already certified.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3639312"/>
            <a:ext cx="5495544" cy="2404872"/>
          </a:xfrm>
          <a:prstGeom prst="roundRect">
            <a:avLst>
              <a:gd name="adj" fmla="val 6528"/>
            </a:avLst>
          </a:prstGeom>
          <a:solidFill>
            <a:srgbClr val="E7F7F2"/>
          </a:solidFill>
          <a:ln w="10160">
            <a:solidFill>
              <a:srgbClr val="B8E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37376" y="3758184"/>
            <a:ext cx="51937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>
              <a:defRPr sz="780" b="1">
                <a:solidFill>
                  <a:srgbClr val="189E7D"/>
                </a:solidFill>
                <a:latin typeface="Aptos"/>
              </a:defRPr>
            </a:pPr>
            <a:r>
              <a:t>RECOMMENDED DEMONSTRATION JOURNEY</a:t>
            </a:r>
          </a:p>
        </p:txBody>
      </p:sp>
      <p:sp>
        <p:nvSpPr>
          <p:cNvPr id="35" name="Oval 34"/>
          <p:cNvSpPr/>
          <p:nvPr/>
        </p:nvSpPr>
        <p:spPr>
          <a:xfrm>
            <a:off x="6446520" y="4160520"/>
            <a:ext cx="256032" cy="256032"/>
          </a:xfrm>
          <a:prstGeom prst="ellipse">
            <a:avLst/>
          </a:prstGeom>
          <a:solidFill>
            <a:srgbClr val="1F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4197096"/>
            <a:ext cx="256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58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4480560"/>
            <a:ext cx="4023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>
              <a:defRPr sz="590" b="1">
                <a:solidFill>
                  <a:srgbClr val="18263A"/>
                </a:solidFill>
                <a:latin typeface="Aptos"/>
              </a:defRPr>
            </a:pPr>
            <a:r>
              <a:t>Request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02552" y="4288536"/>
            <a:ext cx="402336" cy="0"/>
          </a:xfrm>
          <a:prstGeom prst="line">
            <a:avLst/>
          </a:prstGeom>
          <a:ln w="1143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159752" y="4160520"/>
            <a:ext cx="256032" cy="256032"/>
          </a:xfrm>
          <a:prstGeom prst="ellipse">
            <a:avLst/>
          </a:prstGeom>
          <a:solidFill>
            <a:srgbClr val="1A9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59752" y="4197096"/>
            <a:ext cx="256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58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480560"/>
            <a:ext cx="4023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>
              <a:defRPr sz="590" b="1">
                <a:solidFill>
                  <a:srgbClr val="18263A"/>
                </a:solidFill>
                <a:latin typeface="Aptos"/>
              </a:defRPr>
            </a:pPr>
            <a:r>
              <a:t>Context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15783" y="4288536"/>
            <a:ext cx="402337" cy="0"/>
          </a:xfrm>
          <a:prstGeom prst="line">
            <a:avLst/>
          </a:prstGeom>
          <a:ln w="1143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872983" y="4160520"/>
            <a:ext cx="256032" cy="256032"/>
          </a:xfrm>
          <a:prstGeom prst="ellipse">
            <a:avLst/>
          </a:prstGeom>
          <a:solidFill>
            <a:srgbClr val="695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72983" y="4197096"/>
            <a:ext cx="256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58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9831" y="4480560"/>
            <a:ext cx="4023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>
              <a:defRPr sz="590" b="1">
                <a:solidFill>
                  <a:srgbClr val="18263A"/>
                </a:solidFill>
                <a:latin typeface="Aptos"/>
              </a:defRPr>
            </a:pPr>
            <a:r>
              <a:t>Optimize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129015" y="4288536"/>
            <a:ext cx="402337" cy="0"/>
          </a:xfrm>
          <a:prstGeom prst="line">
            <a:avLst/>
          </a:prstGeom>
          <a:ln w="1143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586216" y="4160520"/>
            <a:ext cx="256032" cy="256032"/>
          </a:xfrm>
          <a:prstGeom prst="ellipse">
            <a:avLst/>
          </a:prstGeom>
          <a:solidFill>
            <a:srgbClr val="E18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86216" y="4197096"/>
            <a:ext cx="256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58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13064" y="4480560"/>
            <a:ext cx="4023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>
              <a:defRPr sz="590" b="1">
                <a:solidFill>
                  <a:srgbClr val="18263A"/>
                </a:solidFill>
                <a:latin typeface="Aptos"/>
              </a:defRPr>
            </a:pPr>
            <a:r>
              <a:t>Explain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842248" y="4288536"/>
            <a:ext cx="402336" cy="0"/>
          </a:xfrm>
          <a:prstGeom prst="line">
            <a:avLst/>
          </a:prstGeom>
          <a:ln w="1143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299448" y="4160520"/>
            <a:ext cx="256032" cy="256032"/>
          </a:xfrm>
          <a:prstGeom prst="ellipse">
            <a:avLst/>
          </a:prstGeom>
          <a:solidFill>
            <a:srgbClr val="0C2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99448" y="4197096"/>
            <a:ext cx="256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58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26296" y="4480560"/>
            <a:ext cx="4023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>
              <a:defRPr sz="590" b="1">
                <a:solidFill>
                  <a:srgbClr val="18263A"/>
                </a:solidFill>
                <a:latin typeface="Aptos"/>
              </a:defRPr>
            </a:pPr>
            <a:r>
              <a:t>Approve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555480" y="4288536"/>
            <a:ext cx="402336" cy="0"/>
          </a:xfrm>
          <a:prstGeom prst="line">
            <a:avLst/>
          </a:prstGeom>
          <a:ln w="1143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0012680" y="4160520"/>
            <a:ext cx="256032" cy="256032"/>
          </a:xfrm>
          <a:prstGeom prst="ellipse">
            <a:avLst/>
          </a:prstGeom>
          <a:solidFill>
            <a:srgbClr val="189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12680" y="4197096"/>
            <a:ext cx="256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58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39528" y="4480560"/>
            <a:ext cx="4023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>
              <a:defRPr sz="590" b="1">
                <a:solidFill>
                  <a:srgbClr val="18263A"/>
                </a:solidFill>
                <a:latin typeface="Aptos"/>
              </a:defRPr>
            </a:pPr>
            <a:r>
              <a:t>Execute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268711" y="4288536"/>
            <a:ext cx="402337" cy="0"/>
          </a:xfrm>
          <a:prstGeom prst="line">
            <a:avLst/>
          </a:prstGeom>
          <a:ln w="1143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10725912" y="4160520"/>
            <a:ext cx="256032" cy="256032"/>
          </a:xfrm>
          <a:prstGeom prst="ellipse">
            <a:avLst/>
          </a:prstGeom>
          <a:solidFill>
            <a:srgbClr val="0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725912" y="4197096"/>
            <a:ext cx="256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58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52760" y="4480560"/>
            <a:ext cx="4023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>
              <a:defRPr sz="590" b="1">
                <a:solidFill>
                  <a:srgbClr val="18263A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37376" y="5001768"/>
            <a:ext cx="5157216" cy="749808"/>
          </a:xfrm>
          <a:prstGeom prst="roundRect">
            <a:avLst/>
          </a:prstGeom>
          <a:solidFill>
            <a:srgbClr val="FFF4E4"/>
          </a:solidFill>
          <a:ln w="10160">
            <a:solidFill>
              <a:srgbClr val="E18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10528" y="5047488"/>
            <a:ext cx="5010912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700" b="0">
                <a:solidFill>
                  <a:srgbClr val="18263A"/>
                </a:solidFill>
                <a:latin typeface="Aptos"/>
              </a:defRPr>
            </a:pPr>
            <a:r>
              <a:t>KEY PILOT PROOF POINT</a:t>
            </a:r>
            <a:br/>
            <a:r>
              <a:t>Show one real planning cycle from competing requests → conflict → recommended coordinated schedule → explanation → approval → execution status.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6254496"/>
            <a:ext cx="113659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defRPr sz="645" b="0">
                <a:solidFill>
                  <a:srgbClr val="526276"/>
                </a:solidFill>
                <a:latin typeface="Aptos"/>
              </a:defRPr>
            </a:pPr>
            <a:r>
              <a:t>Prototype caveat: screenshots reproduce the supplied UI concepts / values; they are prototype views, not production performance evidence. The map can serve as the visual layer for affected sections / block plans.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" y="6652260"/>
            <a:ext cx="10515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">
                <a:solidFill>
                  <a:srgbClr val="FFFFFF"/>
                </a:solidFill>
                <a:latin typeface="Aptos"/>
              </a:defRPr>
            </a:pPr>
            <a:r>
              <a:t>RailSahayak  •  Smart India Hackathon 2026  •  Problem Statement 26027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652260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80">
                <a:solidFill>
                  <a:srgbClr val="FFFFFF"/>
                </a:solidFill>
                <a:latin typeface="Aptos"/>
              </a:defRPr>
            </a:pPr>
            <a:r>
              <a:t>5 / 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044DBB-BF26-D3E3-C10D-B8A606492A7A}"/>
              </a:ext>
            </a:extLst>
          </p:cNvPr>
          <p:cNvSpPr txBox="1"/>
          <p:nvPr/>
        </p:nvSpPr>
        <p:spPr>
          <a:xfrm>
            <a:off x="8229600" y="2761488"/>
            <a:ext cx="91440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066E9E-0384-F0EE-AC18-8F3235D62F4B}"/>
              </a:ext>
            </a:extLst>
          </p:cNvPr>
          <p:cNvSpPr txBox="1"/>
          <p:nvPr/>
        </p:nvSpPr>
        <p:spPr>
          <a:xfrm>
            <a:off x="9308592" y="2761488"/>
            <a:ext cx="91440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MODIFY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BBFFB9-8326-9D6C-4EA5-5F4F17D1364D}"/>
              </a:ext>
            </a:extLst>
          </p:cNvPr>
          <p:cNvSpPr txBox="1"/>
          <p:nvPr/>
        </p:nvSpPr>
        <p:spPr>
          <a:xfrm>
            <a:off x="10387584" y="2761488"/>
            <a:ext cx="91440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REJECT</a:t>
            </a:r>
          </a:p>
        </p:txBody>
      </p:sp>
      <p:sp>
        <p:nvSpPr>
          <p:cNvPr id="74" name="Rounded Rectangle 18">
            <a:extLst>
              <a:ext uri="{FF2B5EF4-FFF2-40B4-BE49-F238E27FC236}">
                <a16:creationId xmlns:a16="http://schemas.microsoft.com/office/drawing/2014/main" id="{E3A7342E-0879-E768-FD49-1AFA388E0021}"/>
              </a:ext>
            </a:extLst>
          </p:cNvPr>
          <p:cNvSpPr/>
          <p:nvPr/>
        </p:nvSpPr>
        <p:spPr>
          <a:xfrm>
            <a:off x="3228848" y="4543737"/>
            <a:ext cx="681736" cy="211143"/>
          </a:xfrm>
          <a:prstGeom prst="roundRect">
            <a:avLst/>
          </a:prstGeom>
          <a:solidFill>
            <a:srgbClr val="5CA46C"/>
          </a:solidFill>
          <a:ln>
            <a:solidFill>
              <a:srgbClr val="5CA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6" name="Rounded Rectangle 20">
            <a:extLst>
              <a:ext uri="{FF2B5EF4-FFF2-40B4-BE49-F238E27FC236}">
                <a16:creationId xmlns:a16="http://schemas.microsoft.com/office/drawing/2014/main" id="{B37229A6-86D4-C429-E36B-430FA96D0EB4}"/>
              </a:ext>
            </a:extLst>
          </p:cNvPr>
          <p:cNvSpPr/>
          <p:nvPr/>
        </p:nvSpPr>
        <p:spPr>
          <a:xfrm>
            <a:off x="4283456" y="4543737"/>
            <a:ext cx="681736" cy="211143"/>
          </a:xfrm>
          <a:prstGeom prst="roundRect">
            <a:avLst/>
          </a:prstGeom>
          <a:solidFill>
            <a:srgbClr val="E5AB3B"/>
          </a:solidFill>
          <a:ln>
            <a:solidFill>
              <a:srgbClr val="E5A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7D160CE-BF6F-77E3-6920-075DC7524706}"/>
              </a:ext>
            </a:extLst>
          </p:cNvPr>
          <p:cNvSpPr txBox="1"/>
          <p:nvPr/>
        </p:nvSpPr>
        <p:spPr>
          <a:xfrm>
            <a:off x="4283456" y="4553711"/>
            <a:ext cx="681736" cy="18466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600" dirty="0"/>
              <a:t>MODIFY</a:t>
            </a:r>
          </a:p>
        </p:txBody>
      </p:sp>
      <p:sp>
        <p:nvSpPr>
          <p:cNvPr id="80" name="Rounded Rectangle 22">
            <a:extLst>
              <a:ext uri="{FF2B5EF4-FFF2-40B4-BE49-F238E27FC236}">
                <a16:creationId xmlns:a16="http://schemas.microsoft.com/office/drawing/2014/main" id="{AED93D16-C12E-4BD8-E55D-CA9AEC163F5E}"/>
              </a:ext>
            </a:extLst>
          </p:cNvPr>
          <p:cNvSpPr/>
          <p:nvPr/>
        </p:nvSpPr>
        <p:spPr>
          <a:xfrm>
            <a:off x="5033264" y="4543737"/>
            <a:ext cx="681736" cy="211143"/>
          </a:xfrm>
          <a:prstGeom prst="roundRect">
            <a:avLst/>
          </a:prstGeom>
          <a:solidFill>
            <a:srgbClr val="D24B4B"/>
          </a:solidFill>
          <a:ln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A0995E-A58B-6157-FF4C-7904FFE62CA7}"/>
              </a:ext>
            </a:extLst>
          </p:cNvPr>
          <p:cNvSpPr txBox="1"/>
          <p:nvPr/>
        </p:nvSpPr>
        <p:spPr>
          <a:xfrm>
            <a:off x="4978400" y="4546785"/>
            <a:ext cx="681736" cy="18466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600"/>
              <a:t>REJECT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CFD8B8-66DB-3AFC-0069-9158F00A9599}"/>
              </a:ext>
            </a:extLst>
          </p:cNvPr>
          <p:cNvSpPr txBox="1"/>
          <p:nvPr/>
        </p:nvSpPr>
        <p:spPr>
          <a:xfrm>
            <a:off x="3190240" y="4568120"/>
            <a:ext cx="681736" cy="18466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n-US" sz="600" dirty="0"/>
              <a:t>APPROVE</a:t>
            </a:r>
            <a:endParaRPr sz="6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CE3A66-306A-6705-A0AD-2C2605ED3BC3}"/>
              </a:ext>
            </a:extLst>
          </p:cNvPr>
          <p:cNvSpPr txBox="1"/>
          <p:nvPr/>
        </p:nvSpPr>
        <p:spPr>
          <a:xfrm>
            <a:off x="640080" y="4534069"/>
            <a:ext cx="2529840" cy="4154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636C78"/>
                </a:solidFill>
                <a:latin typeface="Aptos"/>
              </a:defRPr>
            </a:pPr>
            <a:r>
              <a:rPr sz="700" dirty="0"/>
              <a:t>The architecture shown in the original concept keeps the Chief Controller as the authority to approve, modify or reject the generated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1445" y="-395225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5136" y="646545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7EE981-77A5-5C99-D889-56FA85EDA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9" y="5127"/>
            <a:ext cx="1371719" cy="479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11682B-81F5-1753-CA49-DFA5A833A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140" y="5127"/>
            <a:ext cx="1213209" cy="530398"/>
          </a:xfrm>
          <a:prstGeom prst="rect">
            <a:avLst/>
          </a:prstGeom>
        </p:spPr>
      </p:pic>
      <p:sp>
        <p:nvSpPr>
          <p:cNvPr id="17412" name="Rectangle 17411">
            <a:extLst>
              <a:ext uri="{FF2B5EF4-FFF2-40B4-BE49-F238E27FC236}">
                <a16:creationId xmlns:a16="http://schemas.microsoft.com/office/drawing/2014/main" id="{2F4ECA40-2260-1096-1921-E5F8708BE0AB}"/>
              </a:ext>
            </a:extLst>
          </p:cNvPr>
          <p:cNvSpPr/>
          <p:nvPr/>
        </p:nvSpPr>
        <p:spPr>
          <a:xfrm>
            <a:off x="392272" y="1052258"/>
            <a:ext cx="5386833" cy="551556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14" name="Rectangle 17413">
            <a:extLst>
              <a:ext uri="{FF2B5EF4-FFF2-40B4-BE49-F238E27FC236}">
                <a16:creationId xmlns:a16="http://schemas.microsoft.com/office/drawing/2014/main" id="{0D06FECB-E188-0D8D-3059-C16D9CA2A9A9}"/>
              </a:ext>
            </a:extLst>
          </p:cNvPr>
          <p:cNvSpPr/>
          <p:nvPr/>
        </p:nvSpPr>
        <p:spPr>
          <a:xfrm>
            <a:off x="392271" y="537613"/>
            <a:ext cx="5386833" cy="3470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Research link 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609363B4-267F-58C2-13B5-8800EA0235DC}"/>
              </a:ext>
            </a:extLst>
          </p:cNvPr>
          <p:cNvSpPr txBox="1"/>
          <p:nvPr/>
        </p:nvSpPr>
        <p:spPr>
          <a:xfrm>
            <a:off x="525380" y="1174207"/>
            <a:ext cx="512061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/>
              <a:t>[1]</a:t>
            </a:r>
            <a:r>
              <a:rPr lang="en-IN" sz="1600" dirty="0"/>
              <a:t> Centre for Railway Information Systems (CRIS), “CRIS Official Website.” [Online]. Available: </a:t>
            </a:r>
            <a:r>
              <a:rPr lang="en-IN" sz="1600" dirty="0">
                <a:hlinkClick r:id="rId5"/>
              </a:rPr>
              <a:t>CRIS Official Website</a:t>
            </a:r>
            <a:endParaRPr lang="en-IN" sz="1600" dirty="0"/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[2]</a:t>
            </a:r>
            <a:r>
              <a:rPr lang="en-IN" sz="1600" dirty="0"/>
              <a:t> Centre for Railway Information Systems (CRIS), “CRIS Projects &amp; Railway Systems.” [Online]. Available: </a:t>
            </a:r>
            <a:r>
              <a:rPr lang="en-IN" sz="1600" dirty="0">
                <a:hlinkClick r:id="rId6"/>
              </a:rPr>
              <a:t>CRIS Projects &amp; Railway Systems</a:t>
            </a:r>
            <a:endParaRPr lang="en-IN" sz="1600" dirty="0"/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[3]</a:t>
            </a:r>
            <a:r>
              <a:rPr lang="en-IN" sz="1600" dirty="0"/>
              <a:t> Centre for Railway Information Systems (CRIS), “Track Management System (TMS).” [Online]. Available: </a:t>
            </a:r>
            <a:r>
              <a:rPr lang="en-IN" sz="1600" dirty="0">
                <a:hlinkClick r:id="rId7"/>
              </a:rPr>
              <a:t>CRIS Track Management System</a:t>
            </a:r>
            <a:endParaRPr lang="en-IN" sz="1600" dirty="0"/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[4]</a:t>
            </a:r>
            <a:r>
              <a:rPr lang="en-IN" sz="1600" dirty="0"/>
              <a:t> Government of India, “Freight and Passenger Movement Data,” Data.gov.in. [Online]. Available: </a:t>
            </a:r>
            <a:r>
              <a:rPr lang="en-IN" sz="1600" dirty="0">
                <a:hlinkClick r:id="rId8"/>
              </a:rPr>
              <a:t>Data.gov.in</a:t>
            </a:r>
            <a:endParaRPr lang="en-IN" sz="1600" dirty="0"/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[5]</a:t>
            </a:r>
            <a:r>
              <a:rPr lang="en-IN" sz="1600" dirty="0"/>
              <a:t> Indian Railways, “Rolling Block Planning Study,” 2023. [Online]. Available: </a:t>
            </a:r>
            <a:r>
              <a:rPr lang="en-IN" sz="1600" dirty="0">
                <a:hlinkClick r:id="rId9"/>
              </a:rPr>
              <a:t>Indian Railways Rolling Block Planning Study</a:t>
            </a:r>
            <a:endParaRPr lang="en-IN" sz="1600" dirty="0"/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[6]</a:t>
            </a:r>
            <a:r>
              <a:rPr lang="en-IN" sz="1600" dirty="0"/>
              <a:t> Indian Railways, “Indian Railways Year Book 2023–24.” [Online]. Available: </a:t>
            </a:r>
            <a:r>
              <a:rPr lang="en-IN" sz="1600" dirty="0">
                <a:hlinkClick r:id="rId10"/>
              </a:rPr>
              <a:t>Indian Railways Year Book 2023–24</a:t>
            </a:r>
            <a:endParaRPr lang="en-IN" sz="1600" dirty="0"/>
          </a:p>
          <a:p>
            <a:pPr algn="just"/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240D4-F5EF-BBFA-21C1-329A41D6F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30370"/>
            <a:ext cx="12191999" cy="13778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7526140-3B10-8F14-81F4-95B12B65612F}"/>
              </a:ext>
            </a:extLst>
          </p:cNvPr>
          <p:cNvSpPr txBox="1">
            <a:spLocks/>
          </p:cNvSpPr>
          <p:nvPr/>
        </p:nvSpPr>
        <p:spPr>
          <a:xfrm>
            <a:off x="9345136" y="6730370"/>
            <a:ext cx="2844800" cy="11037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FD96F9-4DD0-9F2F-C57A-3C01BE9E61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8420" y="3876217"/>
            <a:ext cx="5892929" cy="27602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E16463-DCFD-67A3-57E1-8C2BF52F07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8420" y="969102"/>
            <a:ext cx="5812990" cy="26421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3885D5B-24AE-5054-1349-A1FB272D82CF}"/>
              </a:ext>
            </a:extLst>
          </p:cNvPr>
          <p:cNvSpPr/>
          <p:nvPr/>
        </p:nvSpPr>
        <p:spPr>
          <a:xfrm>
            <a:off x="6206104" y="540158"/>
            <a:ext cx="5805306" cy="30154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Prototype  </a:t>
            </a:r>
            <a:endParaRPr lang="en-I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1473</Words>
  <Application>Microsoft Office PowerPoint</Application>
  <PresentationFormat>Widescreen</PresentationFormat>
  <Paragraphs>229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Aptos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Yadav</cp:lastModifiedBy>
  <cp:revision>2</cp:revision>
  <dcterms:created xsi:type="dcterms:W3CDTF">2013-01-27T09:14:16Z</dcterms:created>
  <dcterms:modified xsi:type="dcterms:W3CDTF">2026-09-23T09:56:27Z</dcterms:modified>
  <cp:category/>
</cp:coreProperties>
</file>